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91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875CE9C-72E7-4A6E-92A2-84FD672C970C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675128A-7578-4282-B796-74EED7FF861E}">
      <dgm:prSet/>
      <dgm:spPr/>
      <dgm:t>
        <a:bodyPr/>
        <a:lstStyle/>
        <a:p>
          <a:r>
            <a:rPr lang="en-US"/>
            <a:t>Machine Learning is a subset of Artificial Intelligence.</a:t>
          </a:r>
        </a:p>
      </dgm:t>
    </dgm:pt>
    <dgm:pt modelId="{4380696F-9E9B-4341-8D24-F1C9118C7C2D}" type="parTrans" cxnId="{F24D8A6D-821D-4218-B2F0-7F740D55482A}">
      <dgm:prSet/>
      <dgm:spPr/>
      <dgm:t>
        <a:bodyPr/>
        <a:lstStyle/>
        <a:p>
          <a:endParaRPr lang="en-US"/>
        </a:p>
      </dgm:t>
    </dgm:pt>
    <dgm:pt modelId="{BFDA1B76-3CB3-4188-918F-B5BF7C713007}" type="sibTrans" cxnId="{F24D8A6D-821D-4218-B2F0-7F740D55482A}">
      <dgm:prSet/>
      <dgm:spPr/>
      <dgm:t>
        <a:bodyPr/>
        <a:lstStyle/>
        <a:p>
          <a:endParaRPr lang="en-US"/>
        </a:p>
      </dgm:t>
    </dgm:pt>
    <dgm:pt modelId="{726ADA7E-D57E-4B6A-B5BC-0F32B692DA9F}">
      <dgm:prSet/>
      <dgm:spPr/>
      <dgm:t>
        <a:bodyPr/>
        <a:lstStyle/>
        <a:p>
          <a:r>
            <a:rPr lang="en-US"/>
            <a:t>It allows systems to learn from data and improve automatically.</a:t>
          </a:r>
        </a:p>
      </dgm:t>
    </dgm:pt>
    <dgm:pt modelId="{C63E6747-C395-4DC0-A847-DF312A19BABB}" type="parTrans" cxnId="{0A7BDED6-0EDD-4F1F-9B40-0E972A9A7EBD}">
      <dgm:prSet/>
      <dgm:spPr/>
      <dgm:t>
        <a:bodyPr/>
        <a:lstStyle/>
        <a:p>
          <a:endParaRPr lang="en-US"/>
        </a:p>
      </dgm:t>
    </dgm:pt>
    <dgm:pt modelId="{EB5243B0-877D-44AD-A75E-9773BE916CC2}" type="sibTrans" cxnId="{0A7BDED6-0EDD-4F1F-9B40-0E972A9A7EBD}">
      <dgm:prSet/>
      <dgm:spPr/>
      <dgm:t>
        <a:bodyPr/>
        <a:lstStyle/>
        <a:p>
          <a:endParaRPr lang="en-US"/>
        </a:p>
      </dgm:t>
    </dgm:pt>
    <dgm:pt modelId="{4F995CC9-3756-478A-BBEE-16C2D691EFCD}">
      <dgm:prSet/>
      <dgm:spPr/>
      <dgm:t>
        <a:bodyPr/>
        <a:lstStyle/>
        <a:p>
          <a:r>
            <a:rPr lang="en-US"/>
            <a:t>Supervised Learning uses labeled data for training.</a:t>
          </a:r>
        </a:p>
      </dgm:t>
    </dgm:pt>
    <dgm:pt modelId="{CD19895F-0E67-472E-9490-405BFF2496C8}" type="parTrans" cxnId="{15B53B0D-30BB-428A-AA9D-C6A47C6974B6}">
      <dgm:prSet/>
      <dgm:spPr/>
      <dgm:t>
        <a:bodyPr/>
        <a:lstStyle/>
        <a:p>
          <a:endParaRPr lang="en-US"/>
        </a:p>
      </dgm:t>
    </dgm:pt>
    <dgm:pt modelId="{EFA07614-FF49-4043-9CF1-80CE2C536424}" type="sibTrans" cxnId="{15B53B0D-30BB-428A-AA9D-C6A47C6974B6}">
      <dgm:prSet/>
      <dgm:spPr/>
      <dgm:t>
        <a:bodyPr/>
        <a:lstStyle/>
        <a:p>
          <a:endParaRPr lang="en-US"/>
        </a:p>
      </dgm:t>
    </dgm:pt>
    <dgm:pt modelId="{1EC4C156-C857-4074-9500-8D70238A0767}">
      <dgm:prSet/>
      <dgm:spPr/>
      <dgm:t>
        <a:bodyPr/>
        <a:lstStyle/>
        <a:p>
          <a:r>
            <a:rPr lang="en-US"/>
            <a:t>Support Vector Machine is a powerful supervised learning algorithm.</a:t>
          </a:r>
        </a:p>
      </dgm:t>
    </dgm:pt>
    <dgm:pt modelId="{ED9D166F-E963-415D-9FF8-C3747886E420}" type="parTrans" cxnId="{034891D4-5DEC-468D-AE3D-66FA3F5877EB}">
      <dgm:prSet/>
      <dgm:spPr/>
      <dgm:t>
        <a:bodyPr/>
        <a:lstStyle/>
        <a:p>
          <a:endParaRPr lang="en-US"/>
        </a:p>
      </dgm:t>
    </dgm:pt>
    <dgm:pt modelId="{81BD71EA-3203-4BF0-9059-12A35B5E198A}" type="sibTrans" cxnId="{034891D4-5DEC-468D-AE3D-66FA3F5877EB}">
      <dgm:prSet/>
      <dgm:spPr/>
      <dgm:t>
        <a:bodyPr/>
        <a:lstStyle/>
        <a:p>
          <a:endParaRPr lang="en-US"/>
        </a:p>
      </dgm:t>
    </dgm:pt>
    <dgm:pt modelId="{5CCF20DF-2CA7-42D8-9060-4519284644EF}" type="pres">
      <dgm:prSet presAssocID="{4875CE9C-72E7-4A6E-92A2-84FD672C970C}" presName="linear" presStyleCnt="0">
        <dgm:presLayoutVars>
          <dgm:animLvl val="lvl"/>
          <dgm:resizeHandles val="exact"/>
        </dgm:presLayoutVars>
      </dgm:prSet>
      <dgm:spPr/>
    </dgm:pt>
    <dgm:pt modelId="{6ABB8139-38A8-47B5-8FFA-7DCF80F9CAEF}" type="pres">
      <dgm:prSet presAssocID="{9675128A-7578-4282-B796-74EED7FF861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8F3712E-8601-4B30-8266-F75B377B9ADF}" type="pres">
      <dgm:prSet presAssocID="{BFDA1B76-3CB3-4188-918F-B5BF7C713007}" presName="spacer" presStyleCnt="0"/>
      <dgm:spPr/>
    </dgm:pt>
    <dgm:pt modelId="{CB8C9C6B-2B1F-4B59-8E49-623487207639}" type="pres">
      <dgm:prSet presAssocID="{726ADA7E-D57E-4B6A-B5BC-0F32B692DA9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A179004-6F06-42A5-AD5C-23721FB2D650}" type="pres">
      <dgm:prSet presAssocID="{EB5243B0-877D-44AD-A75E-9773BE916CC2}" presName="spacer" presStyleCnt="0"/>
      <dgm:spPr/>
    </dgm:pt>
    <dgm:pt modelId="{658BF8B3-067A-4930-B518-3971D3A06E4C}" type="pres">
      <dgm:prSet presAssocID="{4F995CC9-3756-478A-BBEE-16C2D691EFC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8682FCF-9740-428C-A0BD-8971FF8586C2}" type="pres">
      <dgm:prSet presAssocID="{EFA07614-FF49-4043-9CF1-80CE2C536424}" presName="spacer" presStyleCnt="0"/>
      <dgm:spPr/>
    </dgm:pt>
    <dgm:pt modelId="{312B9024-A57C-4C3D-883E-4244F50AE08C}" type="pres">
      <dgm:prSet presAssocID="{1EC4C156-C857-4074-9500-8D70238A076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64A3A0D-6F5B-4236-A68F-A67D35FD1B1A}" type="presOf" srcId="{4F995CC9-3756-478A-BBEE-16C2D691EFCD}" destId="{658BF8B3-067A-4930-B518-3971D3A06E4C}" srcOrd="0" destOrd="0" presId="urn:microsoft.com/office/officeart/2005/8/layout/vList2"/>
    <dgm:cxn modelId="{15B53B0D-30BB-428A-AA9D-C6A47C6974B6}" srcId="{4875CE9C-72E7-4A6E-92A2-84FD672C970C}" destId="{4F995CC9-3756-478A-BBEE-16C2D691EFCD}" srcOrd="2" destOrd="0" parTransId="{CD19895F-0E67-472E-9490-405BFF2496C8}" sibTransId="{EFA07614-FF49-4043-9CF1-80CE2C536424}"/>
    <dgm:cxn modelId="{56A2A76A-4780-4A78-9E45-08EF4D3F1F72}" type="presOf" srcId="{1EC4C156-C857-4074-9500-8D70238A0767}" destId="{312B9024-A57C-4C3D-883E-4244F50AE08C}" srcOrd="0" destOrd="0" presId="urn:microsoft.com/office/officeart/2005/8/layout/vList2"/>
    <dgm:cxn modelId="{F24D8A6D-821D-4218-B2F0-7F740D55482A}" srcId="{4875CE9C-72E7-4A6E-92A2-84FD672C970C}" destId="{9675128A-7578-4282-B796-74EED7FF861E}" srcOrd="0" destOrd="0" parTransId="{4380696F-9E9B-4341-8D24-F1C9118C7C2D}" sibTransId="{BFDA1B76-3CB3-4188-918F-B5BF7C713007}"/>
    <dgm:cxn modelId="{222AC88B-3380-4F06-B453-9A958018F2B7}" type="presOf" srcId="{4875CE9C-72E7-4A6E-92A2-84FD672C970C}" destId="{5CCF20DF-2CA7-42D8-9060-4519284644EF}" srcOrd="0" destOrd="0" presId="urn:microsoft.com/office/officeart/2005/8/layout/vList2"/>
    <dgm:cxn modelId="{2680E8C5-2A3C-42E6-B12D-B6A025CD91C5}" type="presOf" srcId="{9675128A-7578-4282-B796-74EED7FF861E}" destId="{6ABB8139-38A8-47B5-8FFA-7DCF80F9CAEF}" srcOrd="0" destOrd="0" presId="urn:microsoft.com/office/officeart/2005/8/layout/vList2"/>
    <dgm:cxn modelId="{034891D4-5DEC-468D-AE3D-66FA3F5877EB}" srcId="{4875CE9C-72E7-4A6E-92A2-84FD672C970C}" destId="{1EC4C156-C857-4074-9500-8D70238A0767}" srcOrd="3" destOrd="0" parTransId="{ED9D166F-E963-415D-9FF8-C3747886E420}" sibTransId="{81BD71EA-3203-4BF0-9059-12A35B5E198A}"/>
    <dgm:cxn modelId="{0A7BDED6-0EDD-4F1F-9B40-0E972A9A7EBD}" srcId="{4875CE9C-72E7-4A6E-92A2-84FD672C970C}" destId="{726ADA7E-D57E-4B6A-B5BC-0F32B692DA9F}" srcOrd="1" destOrd="0" parTransId="{C63E6747-C395-4DC0-A847-DF312A19BABB}" sibTransId="{EB5243B0-877D-44AD-A75E-9773BE916CC2}"/>
    <dgm:cxn modelId="{F3289BE8-CA7C-461C-BE81-BF02FC2C36C4}" type="presOf" srcId="{726ADA7E-D57E-4B6A-B5BC-0F32B692DA9F}" destId="{CB8C9C6B-2B1F-4B59-8E49-623487207639}" srcOrd="0" destOrd="0" presId="urn:microsoft.com/office/officeart/2005/8/layout/vList2"/>
    <dgm:cxn modelId="{DAC46C67-61ED-4B35-83C7-1CD4935A1BEA}" type="presParOf" srcId="{5CCF20DF-2CA7-42D8-9060-4519284644EF}" destId="{6ABB8139-38A8-47B5-8FFA-7DCF80F9CAEF}" srcOrd="0" destOrd="0" presId="urn:microsoft.com/office/officeart/2005/8/layout/vList2"/>
    <dgm:cxn modelId="{4A6B7722-DA6D-44C2-A5E1-0D2A40FF027B}" type="presParOf" srcId="{5CCF20DF-2CA7-42D8-9060-4519284644EF}" destId="{B8F3712E-8601-4B30-8266-F75B377B9ADF}" srcOrd="1" destOrd="0" presId="urn:microsoft.com/office/officeart/2005/8/layout/vList2"/>
    <dgm:cxn modelId="{BFF93A2C-A54F-4131-8B34-1D309540A5BA}" type="presParOf" srcId="{5CCF20DF-2CA7-42D8-9060-4519284644EF}" destId="{CB8C9C6B-2B1F-4B59-8E49-623487207639}" srcOrd="2" destOrd="0" presId="urn:microsoft.com/office/officeart/2005/8/layout/vList2"/>
    <dgm:cxn modelId="{FC1C2BA8-66D9-4730-AC56-6990857DE9C1}" type="presParOf" srcId="{5CCF20DF-2CA7-42D8-9060-4519284644EF}" destId="{5A179004-6F06-42A5-AD5C-23721FB2D650}" srcOrd="3" destOrd="0" presId="urn:microsoft.com/office/officeart/2005/8/layout/vList2"/>
    <dgm:cxn modelId="{F543D020-BF42-4B12-8FBA-FD54984054F5}" type="presParOf" srcId="{5CCF20DF-2CA7-42D8-9060-4519284644EF}" destId="{658BF8B3-067A-4930-B518-3971D3A06E4C}" srcOrd="4" destOrd="0" presId="urn:microsoft.com/office/officeart/2005/8/layout/vList2"/>
    <dgm:cxn modelId="{087CE7DF-6069-495A-A947-F631328D4EA3}" type="presParOf" srcId="{5CCF20DF-2CA7-42D8-9060-4519284644EF}" destId="{E8682FCF-9740-428C-A0BD-8971FF8586C2}" srcOrd="5" destOrd="0" presId="urn:microsoft.com/office/officeart/2005/8/layout/vList2"/>
    <dgm:cxn modelId="{127AFB4F-D70F-4914-8A31-45297E3E03F1}" type="presParOf" srcId="{5CCF20DF-2CA7-42D8-9060-4519284644EF}" destId="{312B9024-A57C-4C3D-883E-4244F50AE08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F6735A6-9D61-492B-9A28-B47816AEE7AE}" type="doc">
      <dgm:prSet loTypeId="urn:microsoft.com/office/officeart/2005/8/layout/default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EB711155-E459-49F4-92CF-A7651A31E672}">
      <dgm:prSet/>
      <dgm:spPr/>
      <dgm:t>
        <a:bodyPr/>
        <a:lstStyle/>
        <a:p>
          <a:r>
            <a:rPr lang="en-US"/>
            <a:t>SVM is a supervised learning algorithm.</a:t>
          </a:r>
        </a:p>
      </dgm:t>
    </dgm:pt>
    <dgm:pt modelId="{D24CB5CB-7710-4098-957B-ABE57AF0527B}" type="parTrans" cxnId="{8CEFDCA1-713F-4922-B5F9-9714305DB624}">
      <dgm:prSet/>
      <dgm:spPr/>
      <dgm:t>
        <a:bodyPr/>
        <a:lstStyle/>
        <a:p>
          <a:endParaRPr lang="en-US"/>
        </a:p>
      </dgm:t>
    </dgm:pt>
    <dgm:pt modelId="{A884916B-73B5-4F0F-BAAD-84694CC830BE}" type="sibTrans" cxnId="{8CEFDCA1-713F-4922-B5F9-9714305DB624}">
      <dgm:prSet/>
      <dgm:spPr/>
      <dgm:t>
        <a:bodyPr/>
        <a:lstStyle/>
        <a:p>
          <a:endParaRPr lang="en-US"/>
        </a:p>
      </dgm:t>
    </dgm:pt>
    <dgm:pt modelId="{0E45C3B7-E04E-4C99-AD86-0040C70BFAD9}">
      <dgm:prSet/>
      <dgm:spPr/>
      <dgm:t>
        <a:bodyPr/>
        <a:lstStyle/>
        <a:p>
          <a:r>
            <a:rPr lang="en-US"/>
            <a:t>Used for Classification and Regression tasks.</a:t>
          </a:r>
        </a:p>
      </dgm:t>
    </dgm:pt>
    <dgm:pt modelId="{107F493E-27F1-433A-B6C4-BC22330C3169}" type="parTrans" cxnId="{D509BA1C-C20E-4260-96DB-5CC8C0FC0F5C}">
      <dgm:prSet/>
      <dgm:spPr/>
      <dgm:t>
        <a:bodyPr/>
        <a:lstStyle/>
        <a:p>
          <a:endParaRPr lang="en-US"/>
        </a:p>
      </dgm:t>
    </dgm:pt>
    <dgm:pt modelId="{9B5915DA-2D22-4459-B3B9-25D133CCE605}" type="sibTrans" cxnId="{D509BA1C-C20E-4260-96DB-5CC8C0FC0F5C}">
      <dgm:prSet/>
      <dgm:spPr/>
      <dgm:t>
        <a:bodyPr/>
        <a:lstStyle/>
        <a:p>
          <a:endParaRPr lang="en-US"/>
        </a:p>
      </dgm:t>
    </dgm:pt>
    <dgm:pt modelId="{83DA4BDC-B8AB-4CEF-AD13-309A44CE4F33}">
      <dgm:prSet/>
      <dgm:spPr/>
      <dgm:t>
        <a:bodyPr/>
        <a:lstStyle/>
        <a:p>
          <a:r>
            <a:rPr lang="en-US"/>
            <a:t>It finds the optimal hyperplane that separates data.</a:t>
          </a:r>
        </a:p>
      </dgm:t>
    </dgm:pt>
    <dgm:pt modelId="{04B74DF2-0003-46A7-B27B-50D1FFFE8644}" type="parTrans" cxnId="{A0A81C9C-FE0A-44C2-8C8B-0F417AF723AF}">
      <dgm:prSet/>
      <dgm:spPr/>
      <dgm:t>
        <a:bodyPr/>
        <a:lstStyle/>
        <a:p>
          <a:endParaRPr lang="en-US"/>
        </a:p>
      </dgm:t>
    </dgm:pt>
    <dgm:pt modelId="{E5F4C326-E63D-4ABA-AB3A-E65739F3CA9B}" type="sibTrans" cxnId="{A0A81C9C-FE0A-44C2-8C8B-0F417AF723AF}">
      <dgm:prSet/>
      <dgm:spPr/>
      <dgm:t>
        <a:bodyPr/>
        <a:lstStyle/>
        <a:p>
          <a:endParaRPr lang="en-US"/>
        </a:p>
      </dgm:t>
    </dgm:pt>
    <dgm:pt modelId="{AA313B7D-3986-4137-962C-50E38DC93C2D}">
      <dgm:prSet/>
      <dgm:spPr/>
      <dgm:t>
        <a:bodyPr/>
        <a:lstStyle/>
        <a:p>
          <a:r>
            <a:rPr lang="en-US"/>
            <a:t>Works effectively in high-dimensional spaces.</a:t>
          </a:r>
        </a:p>
      </dgm:t>
    </dgm:pt>
    <dgm:pt modelId="{A2AF38F4-36C8-43DD-9A13-0B15071E2303}" type="parTrans" cxnId="{1E07154F-B3C4-44AB-8847-C10202B05E61}">
      <dgm:prSet/>
      <dgm:spPr/>
      <dgm:t>
        <a:bodyPr/>
        <a:lstStyle/>
        <a:p>
          <a:endParaRPr lang="en-US"/>
        </a:p>
      </dgm:t>
    </dgm:pt>
    <dgm:pt modelId="{1CC44235-3A52-47D4-967B-8C494BF8B5BE}" type="sibTrans" cxnId="{1E07154F-B3C4-44AB-8847-C10202B05E61}">
      <dgm:prSet/>
      <dgm:spPr/>
      <dgm:t>
        <a:bodyPr/>
        <a:lstStyle/>
        <a:p>
          <a:endParaRPr lang="en-US"/>
        </a:p>
      </dgm:t>
    </dgm:pt>
    <dgm:pt modelId="{0CD38B49-7CF4-4A56-AF82-AC2AB12500FE}" type="pres">
      <dgm:prSet presAssocID="{EF6735A6-9D61-492B-9A28-B47816AEE7AE}" presName="diagram" presStyleCnt="0">
        <dgm:presLayoutVars>
          <dgm:dir/>
          <dgm:resizeHandles val="exact"/>
        </dgm:presLayoutVars>
      </dgm:prSet>
      <dgm:spPr/>
    </dgm:pt>
    <dgm:pt modelId="{A8285CBB-0E72-480B-BCEC-905973E11C6E}" type="pres">
      <dgm:prSet presAssocID="{EB711155-E459-49F4-92CF-A7651A31E672}" presName="node" presStyleLbl="node1" presStyleIdx="0" presStyleCnt="4">
        <dgm:presLayoutVars>
          <dgm:bulletEnabled val="1"/>
        </dgm:presLayoutVars>
      </dgm:prSet>
      <dgm:spPr/>
    </dgm:pt>
    <dgm:pt modelId="{8D2CC9CB-791C-4DA7-B810-A68D2BCE4A98}" type="pres">
      <dgm:prSet presAssocID="{A884916B-73B5-4F0F-BAAD-84694CC830BE}" presName="sibTrans" presStyleCnt="0"/>
      <dgm:spPr/>
    </dgm:pt>
    <dgm:pt modelId="{7674F745-A042-452F-91CA-A650CDEC4949}" type="pres">
      <dgm:prSet presAssocID="{0E45C3B7-E04E-4C99-AD86-0040C70BFAD9}" presName="node" presStyleLbl="node1" presStyleIdx="1" presStyleCnt="4">
        <dgm:presLayoutVars>
          <dgm:bulletEnabled val="1"/>
        </dgm:presLayoutVars>
      </dgm:prSet>
      <dgm:spPr/>
    </dgm:pt>
    <dgm:pt modelId="{171103F4-25DC-4F70-B153-39FBF06ECC16}" type="pres">
      <dgm:prSet presAssocID="{9B5915DA-2D22-4459-B3B9-25D133CCE605}" presName="sibTrans" presStyleCnt="0"/>
      <dgm:spPr/>
    </dgm:pt>
    <dgm:pt modelId="{73731CB1-61BF-4734-9E12-27B6B68884F1}" type="pres">
      <dgm:prSet presAssocID="{83DA4BDC-B8AB-4CEF-AD13-309A44CE4F33}" presName="node" presStyleLbl="node1" presStyleIdx="2" presStyleCnt="4">
        <dgm:presLayoutVars>
          <dgm:bulletEnabled val="1"/>
        </dgm:presLayoutVars>
      </dgm:prSet>
      <dgm:spPr/>
    </dgm:pt>
    <dgm:pt modelId="{E68D7981-1858-4ABE-9679-684733C1A1CE}" type="pres">
      <dgm:prSet presAssocID="{E5F4C326-E63D-4ABA-AB3A-E65739F3CA9B}" presName="sibTrans" presStyleCnt="0"/>
      <dgm:spPr/>
    </dgm:pt>
    <dgm:pt modelId="{3A85E237-AAA9-4BAE-B28C-BCA98D15171A}" type="pres">
      <dgm:prSet presAssocID="{AA313B7D-3986-4137-962C-50E38DC93C2D}" presName="node" presStyleLbl="node1" presStyleIdx="3" presStyleCnt="4">
        <dgm:presLayoutVars>
          <dgm:bulletEnabled val="1"/>
        </dgm:presLayoutVars>
      </dgm:prSet>
      <dgm:spPr/>
    </dgm:pt>
  </dgm:ptLst>
  <dgm:cxnLst>
    <dgm:cxn modelId="{D509BA1C-C20E-4260-96DB-5CC8C0FC0F5C}" srcId="{EF6735A6-9D61-492B-9A28-B47816AEE7AE}" destId="{0E45C3B7-E04E-4C99-AD86-0040C70BFAD9}" srcOrd="1" destOrd="0" parTransId="{107F493E-27F1-433A-B6C4-BC22330C3169}" sibTransId="{9B5915DA-2D22-4459-B3B9-25D133CCE605}"/>
    <dgm:cxn modelId="{D7B47C1F-3880-493A-A8E9-79349E063538}" type="presOf" srcId="{83DA4BDC-B8AB-4CEF-AD13-309A44CE4F33}" destId="{73731CB1-61BF-4734-9E12-27B6B68884F1}" srcOrd="0" destOrd="0" presId="urn:microsoft.com/office/officeart/2005/8/layout/default"/>
    <dgm:cxn modelId="{86425D3F-9F72-49BB-A92B-2E64C267B0EC}" type="presOf" srcId="{EF6735A6-9D61-492B-9A28-B47816AEE7AE}" destId="{0CD38B49-7CF4-4A56-AF82-AC2AB12500FE}" srcOrd="0" destOrd="0" presId="urn:microsoft.com/office/officeart/2005/8/layout/default"/>
    <dgm:cxn modelId="{1E07154F-B3C4-44AB-8847-C10202B05E61}" srcId="{EF6735A6-9D61-492B-9A28-B47816AEE7AE}" destId="{AA313B7D-3986-4137-962C-50E38DC93C2D}" srcOrd="3" destOrd="0" parTransId="{A2AF38F4-36C8-43DD-9A13-0B15071E2303}" sibTransId="{1CC44235-3A52-47D4-967B-8C494BF8B5BE}"/>
    <dgm:cxn modelId="{A0A81C9C-FE0A-44C2-8C8B-0F417AF723AF}" srcId="{EF6735A6-9D61-492B-9A28-B47816AEE7AE}" destId="{83DA4BDC-B8AB-4CEF-AD13-309A44CE4F33}" srcOrd="2" destOrd="0" parTransId="{04B74DF2-0003-46A7-B27B-50D1FFFE8644}" sibTransId="{E5F4C326-E63D-4ABA-AB3A-E65739F3CA9B}"/>
    <dgm:cxn modelId="{8CEFDCA1-713F-4922-B5F9-9714305DB624}" srcId="{EF6735A6-9D61-492B-9A28-B47816AEE7AE}" destId="{EB711155-E459-49F4-92CF-A7651A31E672}" srcOrd="0" destOrd="0" parTransId="{D24CB5CB-7710-4098-957B-ABE57AF0527B}" sibTransId="{A884916B-73B5-4F0F-BAAD-84694CC830BE}"/>
    <dgm:cxn modelId="{BF1042C8-5A74-4881-9503-7CF0052D4234}" type="presOf" srcId="{EB711155-E459-49F4-92CF-A7651A31E672}" destId="{A8285CBB-0E72-480B-BCEC-905973E11C6E}" srcOrd="0" destOrd="0" presId="urn:microsoft.com/office/officeart/2005/8/layout/default"/>
    <dgm:cxn modelId="{AF6881DE-0E02-41D0-98AE-9B2762F1DDAA}" type="presOf" srcId="{0E45C3B7-E04E-4C99-AD86-0040C70BFAD9}" destId="{7674F745-A042-452F-91CA-A650CDEC4949}" srcOrd="0" destOrd="0" presId="urn:microsoft.com/office/officeart/2005/8/layout/default"/>
    <dgm:cxn modelId="{24C495EB-C194-41DF-9397-DD5CE3C88B0E}" type="presOf" srcId="{AA313B7D-3986-4137-962C-50E38DC93C2D}" destId="{3A85E237-AAA9-4BAE-B28C-BCA98D15171A}" srcOrd="0" destOrd="0" presId="urn:microsoft.com/office/officeart/2005/8/layout/default"/>
    <dgm:cxn modelId="{1E08E7B0-DEB5-4243-A116-950580C7E123}" type="presParOf" srcId="{0CD38B49-7CF4-4A56-AF82-AC2AB12500FE}" destId="{A8285CBB-0E72-480B-BCEC-905973E11C6E}" srcOrd="0" destOrd="0" presId="urn:microsoft.com/office/officeart/2005/8/layout/default"/>
    <dgm:cxn modelId="{DF4006DD-4320-4D2D-8141-4CC59E2EFEEA}" type="presParOf" srcId="{0CD38B49-7CF4-4A56-AF82-AC2AB12500FE}" destId="{8D2CC9CB-791C-4DA7-B810-A68D2BCE4A98}" srcOrd="1" destOrd="0" presId="urn:microsoft.com/office/officeart/2005/8/layout/default"/>
    <dgm:cxn modelId="{CA911F92-4519-4F8C-80EE-2677D8E5E687}" type="presParOf" srcId="{0CD38B49-7CF4-4A56-AF82-AC2AB12500FE}" destId="{7674F745-A042-452F-91CA-A650CDEC4949}" srcOrd="2" destOrd="0" presId="urn:microsoft.com/office/officeart/2005/8/layout/default"/>
    <dgm:cxn modelId="{1B6D9DC2-30F1-4C00-A745-CE744897878E}" type="presParOf" srcId="{0CD38B49-7CF4-4A56-AF82-AC2AB12500FE}" destId="{171103F4-25DC-4F70-B153-39FBF06ECC16}" srcOrd="3" destOrd="0" presId="urn:microsoft.com/office/officeart/2005/8/layout/default"/>
    <dgm:cxn modelId="{ADC10F8C-24C7-4322-BA0D-7DA97448AF6B}" type="presParOf" srcId="{0CD38B49-7CF4-4A56-AF82-AC2AB12500FE}" destId="{73731CB1-61BF-4734-9E12-27B6B68884F1}" srcOrd="4" destOrd="0" presId="urn:microsoft.com/office/officeart/2005/8/layout/default"/>
    <dgm:cxn modelId="{1BBA3206-4AE1-4111-BC8A-44072FC69DFA}" type="presParOf" srcId="{0CD38B49-7CF4-4A56-AF82-AC2AB12500FE}" destId="{E68D7981-1858-4ABE-9679-684733C1A1CE}" srcOrd="5" destOrd="0" presId="urn:microsoft.com/office/officeart/2005/8/layout/default"/>
    <dgm:cxn modelId="{B6FBD07C-3F25-4893-934C-093DD1088FA1}" type="presParOf" srcId="{0CD38B49-7CF4-4A56-AF82-AC2AB12500FE}" destId="{3A85E237-AAA9-4BAE-B28C-BCA98D15171A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525BEA4-08F6-4901-8F25-5A6AC92053AD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48A40FF2-29CA-4BA3-BA01-C52D556B6D7A}">
      <dgm:prSet/>
      <dgm:spPr/>
      <dgm:t>
        <a:bodyPr/>
        <a:lstStyle/>
        <a:p>
          <a:pPr>
            <a:defRPr cap="all"/>
          </a:pPr>
          <a:r>
            <a:rPr lang="en-US"/>
            <a:t>Effective in high dimensional data.</a:t>
          </a:r>
        </a:p>
      </dgm:t>
    </dgm:pt>
    <dgm:pt modelId="{9A8498BF-73AD-41DF-AE3A-9836D6E303AF}" type="parTrans" cxnId="{985C085F-57DD-46C6-B873-DBAB0A73A52B}">
      <dgm:prSet/>
      <dgm:spPr/>
      <dgm:t>
        <a:bodyPr/>
        <a:lstStyle/>
        <a:p>
          <a:endParaRPr lang="en-US"/>
        </a:p>
      </dgm:t>
    </dgm:pt>
    <dgm:pt modelId="{E2CBD138-914B-4802-97B8-CAAE3359BD79}" type="sibTrans" cxnId="{985C085F-57DD-46C6-B873-DBAB0A73A52B}">
      <dgm:prSet/>
      <dgm:spPr/>
      <dgm:t>
        <a:bodyPr/>
        <a:lstStyle/>
        <a:p>
          <a:endParaRPr lang="en-US"/>
        </a:p>
      </dgm:t>
    </dgm:pt>
    <dgm:pt modelId="{AE3C60DB-6671-40B7-AECE-2204660C5F06}">
      <dgm:prSet/>
      <dgm:spPr/>
      <dgm:t>
        <a:bodyPr/>
        <a:lstStyle/>
        <a:p>
          <a:pPr>
            <a:defRPr cap="all"/>
          </a:pPr>
          <a:r>
            <a:rPr lang="en-US"/>
            <a:t>Works well when number of features &gt; samples.</a:t>
          </a:r>
        </a:p>
      </dgm:t>
    </dgm:pt>
    <dgm:pt modelId="{DE988099-4037-44E6-9FD5-3B60D6521813}" type="parTrans" cxnId="{CB39A5AE-158B-4AFD-93E0-53CBF43E64CB}">
      <dgm:prSet/>
      <dgm:spPr/>
      <dgm:t>
        <a:bodyPr/>
        <a:lstStyle/>
        <a:p>
          <a:endParaRPr lang="en-US"/>
        </a:p>
      </dgm:t>
    </dgm:pt>
    <dgm:pt modelId="{A5FC34B5-78DE-4950-9ECF-8D892ABBBD7B}" type="sibTrans" cxnId="{CB39A5AE-158B-4AFD-93E0-53CBF43E64CB}">
      <dgm:prSet/>
      <dgm:spPr/>
      <dgm:t>
        <a:bodyPr/>
        <a:lstStyle/>
        <a:p>
          <a:endParaRPr lang="en-US"/>
        </a:p>
      </dgm:t>
    </dgm:pt>
    <dgm:pt modelId="{5CAD9DFC-49A6-4FF3-976A-9EA20060EFB8}">
      <dgm:prSet/>
      <dgm:spPr/>
      <dgm:t>
        <a:bodyPr/>
        <a:lstStyle/>
        <a:p>
          <a:pPr>
            <a:defRPr cap="all"/>
          </a:pPr>
          <a:r>
            <a:rPr lang="en-US"/>
            <a:t>Memory efficient (uses support vectors).</a:t>
          </a:r>
        </a:p>
      </dgm:t>
    </dgm:pt>
    <dgm:pt modelId="{3CC5411E-DAF1-464F-A109-94CE3250650A}" type="parTrans" cxnId="{E2FED37D-7509-457A-B2D9-8D361FF789CF}">
      <dgm:prSet/>
      <dgm:spPr/>
      <dgm:t>
        <a:bodyPr/>
        <a:lstStyle/>
        <a:p>
          <a:endParaRPr lang="en-US"/>
        </a:p>
      </dgm:t>
    </dgm:pt>
    <dgm:pt modelId="{D0F515E5-0FCA-482E-B6D2-010213A6FA21}" type="sibTrans" cxnId="{E2FED37D-7509-457A-B2D9-8D361FF789CF}">
      <dgm:prSet/>
      <dgm:spPr/>
      <dgm:t>
        <a:bodyPr/>
        <a:lstStyle/>
        <a:p>
          <a:endParaRPr lang="en-US"/>
        </a:p>
      </dgm:t>
    </dgm:pt>
    <dgm:pt modelId="{CAF28E55-5B07-4E92-B92D-1E2BE234CFB6}">
      <dgm:prSet/>
      <dgm:spPr/>
      <dgm:t>
        <a:bodyPr/>
        <a:lstStyle/>
        <a:p>
          <a:pPr>
            <a:defRPr cap="all"/>
          </a:pPr>
          <a:r>
            <a:rPr lang="en-US"/>
            <a:t>Robust against overfitting.</a:t>
          </a:r>
        </a:p>
      </dgm:t>
    </dgm:pt>
    <dgm:pt modelId="{3A06F0E2-2709-473F-925B-5F1F42D8F999}" type="parTrans" cxnId="{173FC125-0E70-4609-BE14-50C5CD065A68}">
      <dgm:prSet/>
      <dgm:spPr/>
      <dgm:t>
        <a:bodyPr/>
        <a:lstStyle/>
        <a:p>
          <a:endParaRPr lang="en-US"/>
        </a:p>
      </dgm:t>
    </dgm:pt>
    <dgm:pt modelId="{E847F636-2050-4776-A0C8-867B216534FE}" type="sibTrans" cxnId="{173FC125-0E70-4609-BE14-50C5CD065A68}">
      <dgm:prSet/>
      <dgm:spPr/>
      <dgm:t>
        <a:bodyPr/>
        <a:lstStyle/>
        <a:p>
          <a:endParaRPr lang="en-US"/>
        </a:p>
      </dgm:t>
    </dgm:pt>
    <dgm:pt modelId="{C7C34B73-5064-4269-A914-345722629EC8}" type="pres">
      <dgm:prSet presAssocID="{6525BEA4-08F6-4901-8F25-5A6AC92053AD}" presName="root" presStyleCnt="0">
        <dgm:presLayoutVars>
          <dgm:dir/>
          <dgm:resizeHandles val="exact"/>
        </dgm:presLayoutVars>
      </dgm:prSet>
      <dgm:spPr/>
    </dgm:pt>
    <dgm:pt modelId="{95DBF9F6-6CA3-4E39-B371-F02BF765E569}" type="pres">
      <dgm:prSet presAssocID="{48A40FF2-29CA-4BA3-BA01-C52D556B6D7A}" presName="compNode" presStyleCnt="0"/>
      <dgm:spPr/>
    </dgm:pt>
    <dgm:pt modelId="{A2F1135F-A87A-4C3E-9E5D-13789D63DF92}" type="pres">
      <dgm:prSet presAssocID="{48A40FF2-29CA-4BA3-BA01-C52D556B6D7A}" presName="iconBgRect" presStyleLbl="bgShp" presStyleIdx="0" presStyleCnt="4"/>
      <dgm:spPr/>
    </dgm:pt>
    <dgm:pt modelId="{981BB208-7A87-4752-8F5C-CEE3A8423C36}" type="pres">
      <dgm:prSet presAssocID="{48A40FF2-29CA-4BA3-BA01-C52D556B6D7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e chart"/>
        </a:ext>
      </dgm:extLst>
    </dgm:pt>
    <dgm:pt modelId="{E23E3237-34A9-423E-B5DD-D6E74BF853F0}" type="pres">
      <dgm:prSet presAssocID="{48A40FF2-29CA-4BA3-BA01-C52D556B6D7A}" presName="spaceRect" presStyleCnt="0"/>
      <dgm:spPr/>
    </dgm:pt>
    <dgm:pt modelId="{DAD39E7A-386E-4C00-B25A-E348F282B7DD}" type="pres">
      <dgm:prSet presAssocID="{48A40FF2-29CA-4BA3-BA01-C52D556B6D7A}" presName="textRect" presStyleLbl="revTx" presStyleIdx="0" presStyleCnt="4">
        <dgm:presLayoutVars>
          <dgm:chMax val="1"/>
          <dgm:chPref val="1"/>
        </dgm:presLayoutVars>
      </dgm:prSet>
      <dgm:spPr/>
    </dgm:pt>
    <dgm:pt modelId="{7BA1A466-2153-4E41-985F-0CD31AF9C2C1}" type="pres">
      <dgm:prSet presAssocID="{E2CBD138-914B-4802-97B8-CAAE3359BD79}" presName="sibTrans" presStyleCnt="0"/>
      <dgm:spPr/>
    </dgm:pt>
    <dgm:pt modelId="{31C29B35-99D7-448C-9062-47BF50F60F4B}" type="pres">
      <dgm:prSet presAssocID="{AE3C60DB-6671-40B7-AECE-2204660C5F06}" presName="compNode" presStyleCnt="0"/>
      <dgm:spPr/>
    </dgm:pt>
    <dgm:pt modelId="{9044E1D8-80C6-4A8F-AFEE-3169080281F7}" type="pres">
      <dgm:prSet presAssocID="{AE3C60DB-6671-40B7-AECE-2204660C5F06}" presName="iconBgRect" presStyleLbl="bgShp" presStyleIdx="1" presStyleCnt="4"/>
      <dgm:spPr/>
    </dgm:pt>
    <dgm:pt modelId="{D881DB95-13A9-4AAD-8F0C-BBF4B6C2907B}" type="pres">
      <dgm:prSet presAssocID="{AE3C60DB-6671-40B7-AECE-2204660C5F0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lue"/>
        </a:ext>
      </dgm:extLst>
    </dgm:pt>
    <dgm:pt modelId="{2B2B8FF3-3654-4423-8455-761E1A275F7A}" type="pres">
      <dgm:prSet presAssocID="{AE3C60DB-6671-40B7-AECE-2204660C5F06}" presName="spaceRect" presStyleCnt="0"/>
      <dgm:spPr/>
    </dgm:pt>
    <dgm:pt modelId="{260DAD2D-7831-43E8-A40E-F9BE169AB175}" type="pres">
      <dgm:prSet presAssocID="{AE3C60DB-6671-40B7-AECE-2204660C5F06}" presName="textRect" presStyleLbl="revTx" presStyleIdx="1" presStyleCnt="4">
        <dgm:presLayoutVars>
          <dgm:chMax val="1"/>
          <dgm:chPref val="1"/>
        </dgm:presLayoutVars>
      </dgm:prSet>
      <dgm:spPr/>
    </dgm:pt>
    <dgm:pt modelId="{8264CAC4-1FA0-4482-B811-024F811C7D04}" type="pres">
      <dgm:prSet presAssocID="{A5FC34B5-78DE-4950-9ECF-8D892ABBBD7B}" presName="sibTrans" presStyleCnt="0"/>
      <dgm:spPr/>
    </dgm:pt>
    <dgm:pt modelId="{7D2E86FE-1EE6-4A22-B7F9-0B359F58D813}" type="pres">
      <dgm:prSet presAssocID="{5CAD9DFC-49A6-4FF3-976A-9EA20060EFB8}" presName="compNode" presStyleCnt="0"/>
      <dgm:spPr/>
    </dgm:pt>
    <dgm:pt modelId="{40BF7B63-DC27-4A14-A0EE-FD6A1D659C39}" type="pres">
      <dgm:prSet presAssocID="{5CAD9DFC-49A6-4FF3-976A-9EA20060EFB8}" presName="iconBgRect" presStyleLbl="bgShp" presStyleIdx="2" presStyleCnt="4"/>
      <dgm:spPr/>
    </dgm:pt>
    <dgm:pt modelId="{5FA4314E-A5F2-42AF-83B0-F79D94737E26}" type="pres">
      <dgm:prSet presAssocID="{5CAD9DFC-49A6-4FF3-976A-9EA20060EFB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BB1D152D-F180-4050-BE44-4218DEDB401B}" type="pres">
      <dgm:prSet presAssocID="{5CAD9DFC-49A6-4FF3-976A-9EA20060EFB8}" presName="spaceRect" presStyleCnt="0"/>
      <dgm:spPr/>
    </dgm:pt>
    <dgm:pt modelId="{62F306B9-E1C8-47D0-A225-2B2AB35B5834}" type="pres">
      <dgm:prSet presAssocID="{5CAD9DFC-49A6-4FF3-976A-9EA20060EFB8}" presName="textRect" presStyleLbl="revTx" presStyleIdx="2" presStyleCnt="4">
        <dgm:presLayoutVars>
          <dgm:chMax val="1"/>
          <dgm:chPref val="1"/>
        </dgm:presLayoutVars>
      </dgm:prSet>
      <dgm:spPr/>
    </dgm:pt>
    <dgm:pt modelId="{B79C3CAF-FE53-4C64-9A33-BF48A6369C3E}" type="pres">
      <dgm:prSet presAssocID="{D0F515E5-0FCA-482E-B6D2-010213A6FA21}" presName="sibTrans" presStyleCnt="0"/>
      <dgm:spPr/>
    </dgm:pt>
    <dgm:pt modelId="{5659A484-3BF8-43D9-A579-11A99E18ECEA}" type="pres">
      <dgm:prSet presAssocID="{CAF28E55-5B07-4E92-B92D-1E2BE234CFB6}" presName="compNode" presStyleCnt="0"/>
      <dgm:spPr/>
    </dgm:pt>
    <dgm:pt modelId="{4962DB12-C72A-4FB5-AC4C-F899F583F621}" type="pres">
      <dgm:prSet presAssocID="{CAF28E55-5B07-4E92-B92D-1E2BE234CFB6}" presName="iconBgRect" presStyleLbl="bgShp" presStyleIdx="3" presStyleCnt="4"/>
      <dgm:spPr/>
    </dgm:pt>
    <dgm:pt modelId="{28A411CF-5B51-45EC-9C5F-26F4FCCFEBD8}" type="pres">
      <dgm:prSet presAssocID="{CAF28E55-5B07-4E92-B92D-1E2BE234CFB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dioactive Sign"/>
        </a:ext>
      </dgm:extLst>
    </dgm:pt>
    <dgm:pt modelId="{2ECBC750-6427-4B13-B84D-C3997C9C0FC6}" type="pres">
      <dgm:prSet presAssocID="{CAF28E55-5B07-4E92-B92D-1E2BE234CFB6}" presName="spaceRect" presStyleCnt="0"/>
      <dgm:spPr/>
    </dgm:pt>
    <dgm:pt modelId="{136D20D4-7523-4B11-9E0A-559B71E8AB0D}" type="pres">
      <dgm:prSet presAssocID="{CAF28E55-5B07-4E92-B92D-1E2BE234CFB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CAC5A0B-889D-4D60-9328-9451BC8EE777}" type="presOf" srcId="{AE3C60DB-6671-40B7-AECE-2204660C5F06}" destId="{260DAD2D-7831-43E8-A40E-F9BE169AB175}" srcOrd="0" destOrd="0" presId="urn:microsoft.com/office/officeart/2018/5/layout/IconCircleLabelList"/>
    <dgm:cxn modelId="{173FC125-0E70-4609-BE14-50C5CD065A68}" srcId="{6525BEA4-08F6-4901-8F25-5A6AC92053AD}" destId="{CAF28E55-5B07-4E92-B92D-1E2BE234CFB6}" srcOrd="3" destOrd="0" parTransId="{3A06F0E2-2709-473F-925B-5F1F42D8F999}" sibTransId="{E847F636-2050-4776-A0C8-867B216534FE}"/>
    <dgm:cxn modelId="{985C085F-57DD-46C6-B873-DBAB0A73A52B}" srcId="{6525BEA4-08F6-4901-8F25-5A6AC92053AD}" destId="{48A40FF2-29CA-4BA3-BA01-C52D556B6D7A}" srcOrd="0" destOrd="0" parTransId="{9A8498BF-73AD-41DF-AE3A-9836D6E303AF}" sibTransId="{E2CBD138-914B-4802-97B8-CAAE3359BD79}"/>
    <dgm:cxn modelId="{D905F277-AD6C-4A70-A914-275EA0AB4BB5}" type="presOf" srcId="{48A40FF2-29CA-4BA3-BA01-C52D556B6D7A}" destId="{DAD39E7A-386E-4C00-B25A-E348F282B7DD}" srcOrd="0" destOrd="0" presId="urn:microsoft.com/office/officeart/2018/5/layout/IconCircleLabelList"/>
    <dgm:cxn modelId="{E2FED37D-7509-457A-B2D9-8D361FF789CF}" srcId="{6525BEA4-08F6-4901-8F25-5A6AC92053AD}" destId="{5CAD9DFC-49A6-4FF3-976A-9EA20060EFB8}" srcOrd="2" destOrd="0" parTransId="{3CC5411E-DAF1-464F-A109-94CE3250650A}" sibTransId="{D0F515E5-0FCA-482E-B6D2-010213A6FA21}"/>
    <dgm:cxn modelId="{A301B889-552E-4074-BA93-80698FA848FA}" type="presOf" srcId="{5CAD9DFC-49A6-4FF3-976A-9EA20060EFB8}" destId="{62F306B9-E1C8-47D0-A225-2B2AB35B5834}" srcOrd="0" destOrd="0" presId="urn:microsoft.com/office/officeart/2018/5/layout/IconCircleLabelList"/>
    <dgm:cxn modelId="{EC02E5A5-8B17-40C8-946A-FCAA83336CC9}" type="presOf" srcId="{6525BEA4-08F6-4901-8F25-5A6AC92053AD}" destId="{C7C34B73-5064-4269-A914-345722629EC8}" srcOrd="0" destOrd="0" presId="urn:microsoft.com/office/officeart/2018/5/layout/IconCircleLabelList"/>
    <dgm:cxn modelId="{CB39A5AE-158B-4AFD-93E0-53CBF43E64CB}" srcId="{6525BEA4-08F6-4901-8F25-5A6AC92053AD}" destId="{AE3C60DB-6671-40B7-AECE-2204660C5F06}" srcOrd="1" destOrd="0" parTransId="{DE988099-4037-44E6-9FD5-3B60D6521813}" sibTransId="{A5FC34B5-78DE-4950-9ECF-8D892ABBBD7B}"/>
    <dgm:cxn modelId="{B27875E3-959E-4C76-97A3-356A6E7E1BD0}" type="presOf" srcId="{CAF28E55-5B07-4E92-B92D-1E2BE234CFB6}" destId="{136D20D4-7523-4B11-9E0A-559B71E8AB0D}" srcOrd="0" destOrd="0" presId="urn:microsoft.com/office/officeart/2018/5/layout/IconCircleLabelList"/>
    <dgm:cxn modelId="{86FE5F7E-3130-4E38-96E3-23A85D8FA8A2}" type="presParOf" srcId="{C7C34B73-5064-4269-A914-345722629EC8}" destId="{95DBF9F6-6CA3-4E39-B371-F02BF765E569}" srcOrd="0" destOrd="0" presId="urn:microsoft.com/office/officeart/2018/5/layout/IconCircleLabelList"/>
    <dgm:cxn modelId="{EF200A57-44AF-44B6-A27D-400033917F13}" type="presParOf" srcId="{95DBF9F6-6CA3-4E39-B371-F02BF765E569}" destId="{A2F1135F-A87A-4C3E-9E5D-13789D63DF92}" srcOrd="0" destOrd="0" presId="urn:microsoft.com/office/officeart/2018/5/layout/IconCircleLabelList"/>
    <dgm:cxn modelId="{766776CF-0907-43F8-8F5A-A2F26C597589}" type="presParOf" srcId="{95DBF9F6-6CA3-4E39-B371-F02BF765E569}" destId="{981BB208-7A87-4752-8F5C-CEE3A8423C36}" srcOrd="1" destOrd="0" presId="urn:microsoft.com/office/officeart/2018/5/layout/IconCircleLabelList"/>
    <dgm:cxn modelId="{37A2B580-0270-49C0-93FF-79A8CCE50EF6}" type="presParOf" srcId="{95DBF9F6-6CA3-4E39-B371-F02BF765E569}" destId="{E23E3237-34A9-423E-B5DD-D6E74BF853F0}" srcOrd="2" destOrd="0" presId="urn:microsoft.com/office/officeart/2018/5/layout/IconCircleLabelList"/>
    <dgm:cxn modelId="{69BC8757-DA3F-4F50-8123-5720D83CADAC}" type="presParOf" srcId="{95DBF9F6-6CA3-4E39-B371-F02BF765E569}" destId="{DAD39E7A-386E-4C00-B25A-E348F282B7DD}" srcOrd="3" destOrd="0" presId="urn:microsoft.com/office/officeart/2018/5/layout/IconCircleLabelList"/>
    <dgm:cxn modelId="{025D18BE-33B0-4BF7-979F-E69688D5CF21}" type="presParOf" srcId="{C7C34B73-5064-4269-A914-345722629EC8}" destId="{7BA1A466-2153-4E41-985F-0CD31AF9C2C1}" srcOrd="1" destOrd="0" presId="urn:microsoft.com/office/officeart/2018/5/layout/IconCircleLabelList"/>
    <dgm:cxn modelId="{4D216E6F-8C74-428E-8E63-C7C7034526EA}" type="presParOf" srcId="{C7C34B73-5064-4269-A914-345722629EC8}" destId="{31C29B35-99D7-448C-9062-47BF50F60F4B}" srcOrd="2" destOrd="0" presId="urn:microsoft.com/office/officeart/2018/5/layout/IconCircleLabelList"/>
    <dgm:cxn modelId="{5C9F9F9D-1EA7-49BD-8D95-69C10D28B0FC}" type="presParOf" srcId="{31C29B35-99D7-448C-9062-47BF50F60F4B}" destId="{9044E1D8-80C6-4A8F-AFEE-3169080281F7}" srcOrd="0" destOrd="0" presId="urn:microsoft.com/office/officeart/2018/5/layout/IconCircleLabelList"/>
    <dgm:cxn modelId="{22B9B12F-9957-43CB-9F68-777D24845DD8}" type="presParOf" srcId="{31C29B35-99D7-448C-9062-47BF50F60F4B}" destId="{D881DB95-13A9-4AAD-8F0C-BBF4B6C2907B}" srcOrd="1" destOrd="0" presId="urn:microsoft.com/office/officeart/2018/5/layout/IconCircleLabelList"/>
    <dgm:cxn modelId="{E300A03A-F610-4B44-8C42-D76469C5F28E}" type="presParOf" srcId="{31C29B35-99D7-448C-9062-47BF50F60F4B}" destId="{2B2B8FF3-3654-4423-8455-761E1A275F7A}" srcOrd="2" destOrd="0" presId="urn:microsoft.com/office/officeart/2018/5/layout/IconCircleLabelList"/>
    <dgm:cxn modelId="{00EA71CD-A4FA-484C-9A2B-B63375B5322A}" type="presParOf" srcId="{31C29B35-99D7-448C-9062-47BF50F60F4B}" destId="{260DAD2D-7831-43E8-A40E-F9BE169AB175}" srcOrd="3" destOrd="0" presId="urn:microsoft.com/office/officeart/2018/5/layout/IconCircleLabelList"/>
    <dgm:cxn modelId="{6CC8EC92-496F-4EEA-94FF-BACD6B21242E}" type="presParOf" srcId="{C7C34B73-5064-4269-A914-345722629EC8}" destId="{8264CAC4-1FA0-4482-B811-024F811C7D04}" srcOrd="3" destOrd="0" presId="urn:microsoft.com/office/officeart/2018/5/layout/IconCircleLabelList"/>
    <dgm:cxn modelId="{4FEFF597-A766-4BC8-A6D2-2AB5F34C4F6C}" type="presParOf" srcId="{C7C34B73-5064-4269-A914-345722629EC8}" destId="{7D2E86FE-1EE6-4A22-B7F9-0B359F58D813}" srcOrd="4" destOrd="0" presId="urn:microsoft.com/office/officeart/2018/5/layout/IconCircleLabelList"/>
    <dgm:cxn modelId="{596CD7CC-D68C-4E90-BC52-A6F35786444A}" type="presParOf" srcId="{7D2E86FE-1EE6-4A22-B7F9-0B359F58D813}" destId="{40BF7B63-DC27-4A14-A0EE-FD6A1D659C39}" srcOrd="0" destOrd="0" presId="urn:microsoft.com/office/officeart/2018/5/layout/IconCircleLabelList"/>
    <dgm:cxn modelId="{E8F6BBB7-E39C-4D77-BE33-588711A794D9}" type="presParOf" srcId="{7D2E86FE-1EE6-4A22-B7F9-0B359F58D813}" destId="{5FA4314E-A5F2-42AF-83B0-F79D94737E26}" srcOrd="1" destOrd="0" presId="urn:microsoft.com/office/officeart/2018/5/layout/IconCircleLabelList"/>
    <dgm:cxn modelId="{CD1164E1-5722-4242-89CF-F024B59E66E0}" type="presParOf" srcId="{7D2E86FE-1EE6-4A22-B7F9-0B359F58D813}" destId="{BB1D152D-F180-4050-BE44-4218DEDB401B}" srcOrd="2" destOrd="0" presId="urn:microsoft.com/office/officeart/2018/5/layout/IconCircleLabelList"/>
    <dgm:cxn modelId="{E4057B98-DC9F-4BE8-A073-8816024FDAE4}" type="presParOf" srcId="{7D2E86FE-1EE6-4A22-B7F9-0B359F58D813}" destId="{62F306B9-E1C8-47D0-A225-2B2AB35B5834}" srcOrd="3" destOrd="0" presId="urn:microsoft.com/office/officeart/2018/5/layout/IconCircleLabelList"/>
    <dgm:cxn modelId="{6734286F-37BE-47C2-AB70-46906B55A051}" type="presParOf" srcId="{C7C34B73-5064-4269-A914-345722629EC8}" destId="{B79C3CAF-FE53-4C64-9A33-BF48A6369C3E}" srcOrd="5" destOrd="0" presId="urn:microsoft.com/office/officeart/2018/5/layout/IconCircleLabelList"/>
    <dgm:cxn modelId="{3F1C7C7B-8F4F-4840-A730-CED733D923D4}" type="presParOf" srcId="{C7C34B73-5064-4269-A914-345722629EC8}" destId="{5659A484-3BF8-43D9-A579-11A99E18ECEA}" srcOrd="6" destOrd="0" presId="urn:microsoft.com/office/officeart/2018/5/layout/IconCircleLabelList"/>
    <dgm:cxn modelId="{3D48BC3A-8750-4271-955C-530979AB7D2C}" type="presParOf" srcId="{5659A484-3BF8-43D9-A579-11A99E18ECEA}" destId="{4962DB12-C72A-4FB5-AC4C-F899F583F621}" srcOrd="0" destOrd="0" presId="urn:microsoft.com/office/officeart/2018/5/layout/IconCircleLabelList"/>
    <dgm:cxn modelId="{1B3CA91B-B2AB-49E3-9DBC-6A47F35B654C}" type="presParOf" srcId="{5659A484-3BF8-43D9-A579-11A99E18ECEA}" destId="{28A411CF-5B51-45EC-9C5F-26F4FCCFEBD8}" srcOrd="1" destOrd="0" presId="urn:microsoft.com/office/officeart/2018/5/layout/IconCircleLabelList"/>
    <dgm:cxn modelId="{F9C30F53-31F4-430B-B58A-9EB5FE6EB7DB}" type="presParOf" srcId="{5659A484-3BF8-43D9-A579-11A99E18ECEA}" destId="{2ECBC750-6427-4B13-B84D-C3997C9C0FC6}" srcOrd="2" destOrd="0" presId="urn:microsoft.com/office/officeart/2018/5/layout/IconCircleLabelList"/>
    <dgm:cxn modelId="{F452C278-E041-4059-9A1B-513C8F602310}" type="presParOf" srcId="{5659A484-3BF8-43D9-A579-11A99E18ECEA}" destId="{136D20D4-7523-4B11-9E0A-559B71E8AB0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9468DD5-A2DB-4465-A360-1BAC9C8271F5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357CAA0B-B6ED-4B93-AAB3-F6407884CFBF}">
      <dgm:prSet/>
      <dgm:spPr/>
      <dgm:t>
        <a:bodyPr/>
        <a:lstStyle/>
        <a:p>
          <a:r>
            <a:rPr lang="en-US"/>
            <a:t>Hyperplane: Decision boundary separating classes.</a:t>
          </a:r>
        </a:p>
      </dgm:t>
    </dgm:pt>
    <dgm:pt modelId="{D6D8E913-05FF-4414-9983-8D9E24C7326F}" type="parTrans" cxnId="{4DB2F9CE-8DBE-4F65-879D-D9F10C815F29}">
      <dgm:prSet/>
      <dgm:spPr/>
      <dgm:t>
        <a:bodyPr/>
        <a:lstStyle/>
        <a:p>
          <a:endParaRPr lang="en-US"/>
        </a:p>
      </dgm:t>
    </dgm:pt>
    <dgm:pt modelId="{D853C7B1-65A2-4E06-96EB-5F81E44EC2EA}" type="sibTrans" cxnId="{4DB2F9CE-8DBE-4F65-879D-D9F10C815F29}">
      <dgm:prSet/>
      <dgm:spPr/>
      <dgm:t>
        <a:bodyPr/>
        <a:lstStyle/>
        <a:p>
          <a:endParaRPr lang="en-US"/>
        </a:p>
      </dgm:t>
    </dgm:pt>
    <dgm:pt modelId="{C933788F-D0B5-4FBB-91AD-30543E4B7EC3}">
      <dgm:prSet/>
      <dgm:spPr/>
      <dgm:t>
        <a:bodyPr/>
        <a:lstStyle/>
        <a:p>
          <a:r>
            <a:rPr lang="en-US"/>
            <a:t>Margin: Distance between hyperplane and nearest points.</a:t>
          </a:r>
        </a:p>
      </dgm:t>
    </dgm:pt>
    <dgm:pt modelId="{9D409D7D-1425-4BBF-B04E-8B8E13E0C899}" type="parTrans" cxnId="{11BEEDFB-57F5-4315-8AB4-CB638809022C}">
      <dgm:prSet/>
      <dgm:spPr/>
      <dgm:t>
        <a:bodyPr/>
        <a:lstStyle/>
        <a:p>
          <a:endParaRPr lang="en-US"/>
        </a:p>
      </dgm:t>
    </dgm:pt>
    <dgm:pt modelId="{8D5EDFD5-CCCB-4C00-8109-01834A77DA69}" type="sibTrans" cxnId="{11BEEDFB-57F5-4315-8AB4-CB638809022C}">
      <dgm:prSet/>
      <dgm:spPr/>
      <dgm:t>
        <a:bodyPr/>
        <a:lstStyle/>
        <a:p>
          <a:endParaRPr lang="en-US"/>
        </a:p>
      </dgm:t>
    </dgm:pt>
    <dgm:pt modelId="{26CACDB5-D6C1-41C3-A1C2-981274895124}">
      <dgm:prSet/>
      <dgm:spPr/>
      <dgm:t>
        <a:bodyPr/>
        <a:lstStyle/>
        <a:p>
          <a:r>
            <a:rPr lang="en-US"/>
            <a:t>Support Vectors: Data points closest to hyperplane.</a:t>
          </a:r>
        </a:p>
      </dgm:t>
    </dgm:pt>
    <dgm:pt modelId="{0EB455DC-08C6-4004-A481-4508AEDD4804}" type="parTrans" cxnId="{090C6DA0-0FF0-425D-9AE8-F69AED32F95C}">
      <dgm:prSet/>
      <dgm:spPr/>
      <dgm:t>
        <a:bodyPr/>
        <a:lstStyle/>
        <a:p>
          <a:endParaRPr lang="en-US"/>
        </a:p>
      </dgm:t>
    </dgm:pt>
    <dgm:pt modelId="{2B9CBB74-33E4-4526-8B2E-477F5B8EB7F4}" type="sibTrans" cxnId="{090C6DA0-0FF0-425D-9AE8-F69AED32F95C}">
      <dgm:prSet/>
      <dgm:spPr/>
      <dgm:t>
        <a:bodyPr/>
        <a:lstStyle/>
        <a:p>
          <a:endParaRPr lang="en-US"/>
        </a:p>
      </dgm:t>
    </dgm:pt>
    <dgm:pt modelId="{0D2E0620-E7D8-45A3-801C-825989A0C68D}">
      <dgm:prSet/>
      <dgm:spPr/>
      <dgm:t>
        <a:bodyPr/>
        <a:lstStyle/>
        <a:p>
          <a:r>
            <a:rPr lang="en-US"/>
            <a:t>Kernel Trick: Used for non-linear classification.</a:t>
          </a:r>
        </a:p>
      </dgm:t>
    </dgm:pt>
    <dgm:pt modelId="{FE1A60E4-CA39-4262-ACCB-938598A80FF1}" type="parTrans" cxnId="{DAACC552-DA2F-4D1D-BA76-BCC464981251}">
      <dgm:prSet/>
      <dgm:spPr/>
      <dgm:t>
        <a:bodyPr/>
        <a:lstStyle/>
        <a:p>
          <a:endParaRPr lang="en-US"/>
        </a:p>
      </dgm:t>
    </dgm:pt>
    <dgm:pt modelId="{AEFDF770-0829-4703-91C9-875F2E674502}" type="sibTrans" cxnId="{DAACC552-DA2F-4D1D-BA76-BCC464981251}">
      <dgm:prSet/>
      <dgm:spPr/>
      <dgm:t>
        <a:bodyPr/>
        <a:lstStyle/>
        <a:p>
          <a:endParaRPr lang="en-US"/>
        </a:p>
      </dgm:t>
    </dgm:pt>
    <dgm:pt modelId="{BF741A9D-EB34-4A5E-BA58-C88198EC881E}" type="pres">
      <dgm:prSet presAssocID="{E9468DD5-A2DB-4465-A360-1BAC9C8271F5}" presName="root" presStyleCnt="0">
        <dgm:presLayoutVars>
          <dgm:dir/>
          <dgm:resizeHandles val="exact"/>
        </dgm:presLayoutVars>
      </dgm:prSet>
      <dgm:spPr/>
    </dgm:pt>
    <dgm:pt modelId="{AE923005-7344-4034-B7C9-E47A668F72EE}" type="pres">
      <dgm:prSet presAssocID="{357CAA0B-B6ED-4B93-AAB3-F6407884CFBF}" presName="compNode" presStyleCnt="0"/>
      <dgm:spPr/>
    </dgm:pt>
    <dgm:pt modelId="{A09D1FE0-3682-4EAD-9E57-965A96CF483C}" type="pres">
      <dgm:prSet presAssocID="{357CAA0B-B6ED-4B93-AAB3-F6407884CFB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stronaut"/>
        </a:ext>
      </dgm:extLst>
    </dgm:pt>
    <dgm:pt modelId="{C62C8847-1485-4EB0-BE14-F526C965C1FE}" type="pres">
      <dgm:prSet presAssocID="{357CAA0B-B6ED-4B93-AAB3-F6407884CFBF}" presName="spaceRect" presStyleCnt="0"/>
      <dgm:spPr/>
    </dgm:pt>
    <dgm:pt modelId="{DBE53581-B941-46FB-B0B7-E0570E6FA1E7}" type="pres">
      <dgm:prSet presAssocID="{357CAA0B-B6ED-4B93-AAB3-F6407884CFBF}" presName="textRect" presStyleLbl="revTx" presStyleIdx="0" presStyleCnt="4">
        <dgm:presLayoutVars>
          <dgm:chMax val="1"/>
          <dgm:chPref val="1"/>
        </dgm:presLayoutVars>
      </dgm:prSet>
      <dgm:spPr/>
    </dgm:pt>
    <dgm:pt modelId="{A8F71003-5F98-4BE8-9026-529A31E093FE}" type="pres">
      <dgm:prSet presAssocID="{D853C7B1-65A2-4E06-96EB-5F81E44EC2EA}" presName="sibTrans" presStyleCnt="0"/>
      <dgm:spPr/>
    </dgm:pt>
    <dgm:pt modelId="{7044C189-3F7C-4EC2-9ADF-7B251C9DF179}" type="pres">
      <dgm:prSet presAssocID="{C933788F-D0B5-4FBB-91AD-30543E4B7EC3}" presName="compNode" presStyleCnt="0"/>
      <dgm:spPr/>
    </dgm:pt>
    <dgm:pt modelId="{03FAFE06-97F3-4E5E-87BE-EE3BBACE67C9}" type="pres">
      <dgm:prSet presAssocID="{C933788F-D0B5-4FBB-91AD-30543E4B7EC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licopter"/>
        </a:ext>
      </dgm:extLst>
    </dgm:pt>
    <dgm:pt modelId="{EDE5F316-5255-40F4-9592-73D48A7C4E7F}" type="pres">
      <dgm:prSet presAssocID="{C933788F-D0B5-4FBB-91AD-30543E4B7EC3}" presName="spaceRect" presStyleCnt="0"/>
      <dgm:spPr/>
    </dgm:pt>
    <dgm:pt modelId="{5D3A055F-4DFE-49C9-ABDC-ACF0956D6C44}" type="pres">
      <dgm:prSet presAssocID="{C933788F-D0B5-4FBB-91AD-30543E4B7EC3}" presName="textRect" presStyleLbl="revTx" presStyleIdx="1" presStyleCnt="4">
        <dgm:presLayoutVars>
          <dgm:chMax val="1"/>
          <dgm:chPref val="1"/>
        </dgm:presLayoutVars>
      </dgm:prSet>
      <dgm:spPr/>
    </dgm:pt>
    <dgm:pt modelId="{9B634CB8-C19B-466D-B712-9736C6D93BC0}" type="pres">
      <dgm:prSet presAssocID="{8D5EDFD5-CCCB-4C00-8109-01834A77DA69}" presName="sibTrans" presStyleCnt="0"/>
      <dgm:spPr/>
    </dgm:pt>
    <dgm:pt modelId="{517EC6AF-3EE0-4B95-A9F3-8AB52B08F60A}" type="pres">
      <dgm:prSet presAssocID="{26CACDB5-D6C1-41C3-A1C2-981274895124}" presName="compNode" presStyleCnt="0"/>
      <dgm:spPr/>
    </dgm:pt>
    <dgm:pt modelId="{E2A01681-BAF0-4DB9-BABC-D8DF82B544F7}" type="pres">
      <dgm:prSet presAssocID="{26CACDB5-D6C1-41C3-A1C2-98127489512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cket"/>
        </a:ext>
      </dgm:extLst>
    </dgm:pt>
    <dgm:pt modelId="{2256364F-3452-4854-960C-D24EDF088A0B}" type="pres">
      <dgm:prSet presAssocID="{26CACDB5-D6C1-41C3-A1C2-981274895124}" presName="spaceRect" presStyleCnt="0"/>
      <dgm:spPr/>
    </dgm:pt>
    <dgm:pt modelId="{1D74CFC8-867A-4007-B09B-20552EE18BF8}" type="pres">
      <dgm:prSet presAssocID="{26CACDB5-D6C1-41C3-A1C2-981274895124}" presName="textRect" presStyleLbl="revTx" presStyleIdx="2" presStyleCnt="4">
        <dgm:presLayoutVars>
          <dgm:chMax val="1"/>
          <dgm:chPref val="1"/>
        </dgm:presLayoutVars>
      </dgm:prSet>
      <dgm:spPr/>
    </dgm:pt>
    <dgm:pt modelId="{E5AB1CBD-DA8D-48FC-BFD5-08DA1782CB12}" type="pres">
      <dgm:prSet presAssocID="{2B9CBB74-33E4-4526-8B2E-477F5B8EB7F4}" presName="sibTrans" presStyleCnt="0"/>
      <dgm:spPr/>
    </dgm:pt>
    <dgm:pt modelId="{6888464B-7767-4689-A0EB-B1CCF20BC6B5}" type="pres">
      <dgm:prSet presAssocID="{0D2E0620-E7D8-45A3-801C-825989A0C68D}" presName="compNode" presStyleCnt="0"/>
      <dgm:spPr/>
    </dgm:pt>
    <dgm:pt modelId="{CE419423-C06E-4694-8F86-D51559B32F65}" type="pres">
      <dgm:prSet presAssocID="{0D2E0620-E7D8-45A3-801C-825989A0C68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6D751C6F-E1E6-440F-AFD0-CACF53DD6D19}" type="pres">
      <dgm:prSet presAssocID="{0D2E0620-E7D8-45A3-801C-825989A0C68D}" presName="spaceRect" presStyleCnt="0"/>
      <dgm:spPr/>
    </dgm:pt>
    <dgm:pt modelId="{E4B848F4-1EE6-456C-B1FD-B8506F07D69B}" type="pres">
      <dgm:prSet presAssocID="{0D2E0620-E7D8-45A3-801C-825989A0C68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275D0C0F-DD56-4709-AD73-EA3DDA1546BE}" type="presOf" srcId="{26CACDB5-D6C1-41C3-A1C2-981274895124}" destId="{1D74CFC8-867A-4007-B09B-20552EE18BF8}" srcOrd="0" destOrd="0" presId="urn:microsoft.com/office/officeart/2018/2/layout/IconLabelList"/>
    <dgm:cxn modelId="{F9BC3613-B520-4C81-98AA-B15FBB28CA73}" type="presOf" srcId="{0D2E0620-E7D8-45A3-801C-825989A0C68D}" destId="{E4B848F4-1EE6-456C-B1FD-B8506F07D69B}" srcOrd="0" destOrd="0" presId="urn:microsoft.com/office/officeart/2018/2/layout/IconLabelList"/>
    <dgm:cxn modelId="{DAACC552-DA2F-4D1D-BA76-BCC464981251}" srcId="{E9468DD5-A2DB-4465-A360-1BAC9C8271F5}" destId="{0D2E0620-E7D8-45A3-801C-825989A0C68D}" srcOrd="3" destOrd="0" parTransId="{FE1A60E4-CA39-4262-ACCB-938598A80FF1}" sibTransId="{AEFDF770-0829-4703-91C9-875F2E674502}"/>
    <dgm:cxn modelId="{63481154-43B5-40D5-8BCB-21B631E2A4FE}" type="presOf" srcId="{C933788F-D0B5-4FBB-91AD-30543E4B7EC3}" destId="{5D3A055F-4DFE-49C9-ABDC-ACF0956D6C44}" srcOrd="0" destOrd="0" presId="urn:microsoft.com/office/officeart/2018/2/layout/IconLabelList"/>
    <dgm:cxn modelId="{A56ABA8A-176A-40CA-A1C5-3CC371D75F85}" type="presOf" srcId="{E9468DD5-A2DB-4465-A360-1BAC9C8271F5}" destId="{BF741A9D-EB34-4A5E-BA58-C88198EC881E}" srcOrd="0" destOrd="0" presId="urn:microsoft.com/office/officeart/2018/2/layout/IconLabelList"/>
    <dgm:cxn modelId="{090C6DA0-0FF0-425D-9AE8-F69AED32F95C}" srcId="{E9468DD5-A2DB-4465-A360-1BAC9C8271F5}" destId="{26CACDB5-D6C1-41C3-A1C2-981274895124}" srcOrd="2" destOrd="0" parTransId="{0EB455DC-08C6-4004-A481-4508AEDD4804}" sibTransId="{2B9CBB74-33E4-4526-8B2E-477F5B8EB7F4}"/>
    <dgm:cxn modelId="{D0B53DA3-FCBC-4BA5-B572-D3382B9899F6}" type="presOf" srcId="{357CAA0B-B6ED-4B93-AAB3-F6407884CFBF}" destId="{DBE53581-B941-46FB-B0B7-E0570E6FA1E7}" srcOrd="0" destOrd="0" presId="urn:microsoft.com/office/officeart/2018/2/layout/IconLabelList"/>
    <dgm:cxn modelId="{4DB2F9CE-8DBE-4F65-879D-D9F10C815F29}" srcId="{E9468DD5-A2DB-4465-A360-1BAC9C8271F5}" destId="{357CAA0B-B6ED-4B93-AAB3-F6407884CFBF}" srcOrd="0" destOrd="0" parTransId="{D6D8E913-05FF-4414-9983-8D9E24C7326F}" sibTransId="{D853C7B1-65A2-4E06-96EB-5F81E44EC2EA}"/>
    <dgm:cxn modelId="{11BEEDFB-57F5-4315-8AB4-CB638809022C}" srcId="{E9468DD5-A2DB-4465-A360-1BAC9C8271F5}" destId="{C933788F-D0B5-4FBB-91AD-30543E4B7EC3}" srcOrd="1" destOrd="0" parTransId="{9D409D7D-1425-4BBF-B04E-8B8E13E0C899}" sibTransId="{8D5EDFD5-CCCB-4C00-8109-01834A77DA69}"/>
    <dgm:cxn modelId="{6D9A50CB-C533-4BDA-A324-697503E815BB}" type="presParOf" srcId="{BF741A9D-EB34-4A5E-BA58-C88198EC881E}" destId="{AE923005-7344-4034-B7C9-E47A668F72EE}" srcOrd="0" destOrd="0" presId="urn:microsoft.com/office/officeart/2018/2/layout/IconLabelList"/>
    <dgm:cxn modelId="{66BE1AF7-D727-4616-BEA1-6BED21918043}" type="presParOf" srcId="{AE923005-7344-4034-B7C9-E47A668F72EE}" destId="{A09D1FE0-3682-4EAD-9E57-965A96CF483C}" srcOrd="0" destOrd="0" presId="urn:microsoft.com/office/officeart/2018/2/layout/IconLabelList"/>
    <dgm:cxn modelId="{49A9B914-A6CE-4006-9084-AD2EBA2447F3}" type="presParOf" srcId="{AE923005-7344-4034-B7C9-E47A668F72EE}" destId="{C62C8847-1485-4EB0-BE14-F526C965C1FE}" srcOrd="1" destOrd="0" presId="urn:microsoft.com/office/officeart/2018/2/layout/IconLabelList"/>
    <dgm:cxn modelId="{1345CB5F-06BE-47DF-BED9-B008257B1E63}" type="presParOf" srcId="{AE923005-7344-4034-B7C9-E47A668F72EE}" destId="{DBE53581-B941-46FB-B0B7-E0570E6FA1E7}" srcOrd="2" destOrd="0" presId="urn:microsoft.com/office/officeart/2018/2/layout/IconLabelList"/>
    <dgm:cxn modelId="{28951373-5863-471F-B7EF-8B986AC92CF4}" type="presParOf" srcId="{BF741A9D-EB34-4A5E-BA58-C88198EC881E}" destId="{A8F71003-5F98-4BE8-9026-529A31E093FE}" srcOrd="1" destOrd="0" presId="urn:microsoft.com/office/officeart/2018/2/layout/IconLabelList"/>
    <dgm:cxn modelId="{9138A20B-FDF4-4C6C-8D55-44EB02B8AE86}" type="presParOf" srcId="{BF741A9D-EB34-4A5E-BA58-C88198EC881E}" destId="{7044C189-3F7C-4EC2-9ADF-7B251C9DF179}" srcOrd="2" destOrd="0" presId="urn:microsoft.com/office/officeart/2018/2/layout/IconLabelList"/>
    <dgm:cxn modelId="{97727AEB-508F-4435-A4D6-38C8F6917633}" type="presParOf" srcId="{7044C189-3F7C-4EC2-9ADF-7B251C9DF179}" destId="{03FAFE06-97F3-4E5E-87BE-EE3BBACE67C9}" srcOrd="0" destOrd="0" presId="urn:microsoft.com/office/officeart/2018/2/layout/IconLabelList"/>
    <dgm:cxn modelId="{A9963D72-BB07-493A-B849-C353742EC95E}" type="presParOf" srcId="{7044C189-3F7C-4EC2-9ADF-7B251C9DF179}" destId="{EDE5F316-5255-40F4-9592-73D48A7C4E7F}" srcOrd="1" destOrd="0" presId="urn:microsoft.com/office/officeart/2018/2/layout/IconLabelList"/>
    <dgm:cxn modelId="{77DF06B1-7AC2-4163-86B2-92F0E86DD4C4}" type="presParOf" srcId="{7044C189-3F7C-4EC2-9ADF-7B251C9DF179}" destId="{5D3A055F-4DFE-49C9-ABDC-ACF0956D6C44}" srcOrd="2" destOrd="0" presId="urn:microsoft.com/office/officeart/2018/2/layout/IconLabelList"/>
    <dgm:cxn modelId="{D31B0C6F-714B-4F1B-92AE-8088B69A5A1B}" type="presParOf" srcId="{BF741A9D-EB34-4A5E-BA58-C88198EC881E}" destId="{9B634CB8-C19B-466D-B712-9736C6D93BC0}" srcOrd="3" destOrd="0" presId="urn:microsoft.com/office/officeart/2018/2/layout/IconLabelList"/>
    <dgm:cxn modelId="{6228CC4C-F4BB-45B6-8F2A-E8A2CD990314}" type="presParOf" srcId="{BF741A9D-EB34-4A5E-BA58-C88198EC881E}" destId="{517EC6AF-3EE0-4B95-A9F3-8AB52B08F60A}" srcOrd="4" destOrd="0" presId="urn:microsoft.com/office/officeart/2018/2/layout/IconLabelList"/>
    <dgm:cxn modelId="{9BEDD53B-3765-4629-85CD-A79CA4230609}" type="presParOf" srcId="{517EC6AF-3EE0-4B95-A9F3-8AB52B08F60A}" destId="{E2A01681-BAF0-4DB9-BABC-D8DF82B544F7}" srcOrd="0" destOrd="0" presId="urn:microsoft.com/office/officeart/2018/2/layout/IconLabelList"/>
    <dgm:cxn modelId="{933A811A-FEA2-4A70-B31D-A6D345FD4D43}" type="presParOf" srcId="{517EC6AF-3EE0-4B95-A9F3-8AB52B08F60A}" destId="{2256364F-3452-4854-960C-D24EDF088A0B}" srcOrd="1" destOrd="0" presId="urn:microsoft.com/office/officeart/2018/2/layout/IconLabelList"/>
    <dgm:cxn modelId="{4BDD22C9-2CA8-413B-B0EF-821C6AEDEE70}" type="presParOf" srcId="{517EC6AF-3EE0-4B95-A9F3-8AB52B08F60A}" destId="{1D74CFC8-867A-4007-B09B-20552EE18BF8}" srcOrd="2" destOrd="0" presId="urn:microsoft.com/office/officeart/2018/2/layout/IconLabelList"/>
    <dgm:cxn modelId="{B29157D2-B28C-4ABC-9D8E-B8DEA0023243}" type="presParOf" srcId="{BF741A9D-EB34-4A5E-BA58-C88198EC881E}" destId="{E5AB1CBD-DA8D-48FC-BFD5-08DA1782CB12}" srcOrd="5" destOrd="0" presId="urn:microsoft.com/office/officeart/2018/2/layout/IconLabelList"/>
    <dgm:cxn modelId="{DA8F600B-1DAE-475F-AD2C-029F0DA55514}" type="presParOf" srcId="{BF741A9D-EB34-4A5E-BA58-C88198EC881E}" destId="{6888464B-7767-4689-A0EB-B1CCF20BC6B5}" srcOrd="6" destOrd="0" presId="urn:microsoft.com/office/officeart/2018/2/layout/IconLabelList"/>
    <dgm:cxn modelId="{C50DC722-84BC-4142-ACC9-6871D59344FB}" type="presParOf" srcId="{6888464B-7767-4689-A0EB-B1CCF20BC6B5}" destId="{CE419423-C06E-4694-8F86-D51559B32F65}" srcOrd="0" destOrd="0" presId="urn:microsoft.com/office/officeart/2018/2/layout/IconLabelList"/>
    <dgm:cxn modelId="{D342907E-7A1D-4E4D-83E5-1690FA5DD07C}" type="presParOf" srcId="{6888464B-7767-4689-A0EB-B1CCF20BC6B5}" destId="{6D751C6F-E1E6-440F-AFD0-CACF53DD6D19}" srcOrd="1" destOrd="0" presId="urn:microsoft.com/office/officeart/2018/2/layout/IconLabelList"/>
    <dgm:cxn modelId="{D85B0DEB-32FF-4644-8C89-12BA38985020}" type="presParOf" srcId="{6888464B-7767-4689-A0EB-B1CCF20BC6B5}" destId="{E4B848F4-1EE6-456C-B1FD-B8506F07D69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09FAEB9-EE2D-441C-BE98-2938F70CAD5E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25F98FF9-1B12-48EC-B983-3492663103EB}">
      <dgm:prSet/>
      <dgm:spPr/>
      <dgm:t>
        <a:bodyPr/>
        <a:lstStyle/>
        <a:p>
          <a:pPr>
            <a:defRPr cap="all"/>
          </a:pPr>
          <a:r>
            <a:rPr lang="en-US"/>
            <a:t>Linear Kernel – Used for linearly separable data.</a:t>
          </a:r>
        </a:p>
      </dgm:t>
    </dgm:pt>
    <dgm:pt modelId="{67C3A2CA-4E5B-4915-A9AB-17FF27904A0B}" type="parTrans" cxnId="{C7FB765A-A61C-4066-92B1-E3F0589A87C3}">
      <dgm:prSet/>
      <dgm:spPr/>
      <dgm:t>
        <a:bodyPr/>
        <a:lstStyle/>
        <a:p>
          <a:endParaRPr lang="en-US"/>
        </a:p>
      </dgm:t>
    </dgm:pt>
    <dgm:pt modelId="{7AD0FE1D-5230-4E71-B4AD-BC56C341DA26}" type="sibTrans" cxnId="{C7FB765A-A61C-4066-92B1-E3F0589A87C3}">
      <dgm:prSet/>
      <dgm:spPr/>
      <dgm:t>
        <a:bodyPr/>
        <a:lstStyle/>
        <a:p>
          <a:endParaRPr lang="en-US"/>
        </a:p>
      </dgm:t>
    </dgm:pt>
    <dgm:pt modelId="{C3E5937B-07C6-4332-B371-74A458B5775F}">
      <dgm:prSet/>
      <dgm:spPr/>
      <dgm:t>
        <a:bodyPr/>
        <a:lstStyle/>
        <a:p>
          <a:pPr>
            <a:defRPr cap="all"/>
          </a:pPr>
          <a:r>
            <a:rPr lang="en-US"/>
            <a:t>Polynomial Kernel – Handles curved boundaries.</a:t>
          </a:r>
        </a:p>
      </dgm:t>
    </dgm:pt>
    <dgm:pt modelId="{4A9CE4CA-3ED3-4E90-BDE1-A31BA3828708}" type="parTrans" cxnId="{AACBAA17-1B10-4968-8743-A5C7CAEE7D28}">
      <dgm:prSet/>
      <dgm:spPr/>
      <dgm:t>
        <a:bodyPr/>
        <a:lstStyle/>
        <a:p>
          <a:endParaRPr lang="en-US"/>
        </a:p>
      </dgm:t>
    </dgm:pt>
    <dgm:pt modelId="{63BAECF5-7720-44D0-AA60-2227DF407D20}" type="sibTrans" cxnId="{AACBAA17-1B10-4968-8743-A5C7CAEE7D28}">
      <dgm:prSet/>
      <dgm:spPr/>
      <dgm:t>
        <a:bodyPr/>
        <a:lstStyle/>
        <a:p>
          <a:endParaRPr lang="en-US"/>
        </a:p>
      </dgm:t>
    </dgm:pt>
    <dgm:pt modelId="{8F7C6A0A-DEF6-4AD5-979E-CE4F7B597184}">
      <dgm:prSet/>
      <dgm:spPr/>
      <dgm:t>
        <a:bodyPr/>
        <a:lstStyle/>
        <a:p>
          <a:pPr>
            <a:defRPr cap="all"/>
          </a:pPr>
          <a:r>
            <a:rPr lang="en-US"/>
            <a:t>RBF (Radial Basis Function) – Most commonly used.</a:t>
          </a:r>
        </a:p>
      </dgm:t>
    </dgm:pt>
    <dgm:pt modelId="{7C13C37B-4B24-4D99-82E5-AA30815F7861}" type="parTrans" cxnId="{49B95320-188E-42F0-8C44-AE2D6398BD12}">
      <dgm:prSet/>
      <dgm:spPr/>
      <dgm:t>
        <a:bodyPr/>
        <a:lstStyle/>
        <a:p>
          <a:endParaRPr lang="en-US"/>
        </a:p>
      </dgm:t>
    </dgm:pt>
    <dgm:pt modelId="{1006F2B6-FB11-4487-8038-A1181BC8E7F1}" type="sibTrans" cxnId="{49B95320-188E-42F0-8C44-AE2D6398BD12}">
      <dgm:prSet/>
      <dgm:spPr/>
      <dgm:t>
        <a:bodyPr/>
        <a:lstStyle/>
        <a:p>
          <a:endParaRPr lang="en-US"/>
        </a:p>
      </dgm:t>
    </dgm:pt>
    <dgm:pt modelId="{43F368DE-6E1F-418C-A161-27076589EA57}">
      <dgm:prSet/>
      <dgm:spPr/>
      <dgm:t>
        <a:bodyPr/>
        <a:lstStyle/>
        <a:p>
          <a:pPr>
            <a:defRPr cap="all"/>
          </a:pPr>
          <a:r>
            <a:rPr lang="en-US"/>
            <a:t>Sigmoid Kernel – Similar to neural networks.</a:t>
          </a:r>
        </a:p>
      </dgm:t>
    </dgm:pt>
    <dgm:pt modelId="{B2505B97-FEB8-45F0-94D1-F8F8F1C32F8C}" type="parTrans" cxnId="{5172EB77-B046-4834-9199-CC145C9FB16F}">
      <dgm:prSet/>
      <dgm:spPr/>
      <dgm:t>
        <a:bodyPr/>
        <a:lstStyle/>
        <a:p>
          <a:endParaRPr lang="en-US"/>
        </a:p>
      </dgm:t>
    </dgm:pt>
    <dgm:pt modelId="{5912B760-1D7D-4A0C-95BF-67E39B809168}" type="sibTrans" cxnId="{5172EB77-B046-4834-9199-CC145C9FB16F}">
      <dgm:prSet/>
      <dgm:spPr/>
      <dgm:t>
        <a:bodyPr/>
        <a:lstStyle/>
        <a:p>
          <a:endParaRPr lang="en-US"/>
        </a:p>
      </dgm:t>
    </dgm:pt>
    <dgm:pt modelId="{D11BAB34-9B89-4FC2-A8CF-E3B88DA2F66A}" type="pres">
      <dgm:prSet presAssocID="{209FAEB9-EE2D-441C-BE98-2938F70CAD5E}" presName="root" presStyleCnt="0">
        <dgm:presLayoutVars>
          <dgm:dir/>
          <dgm:resizeHandles val="exact"/>
        </dgm:presLayoutVars>
      </dgm:prSet>
      <dgm:spPr/>
    </dgm:pt>
    <dgm:pt modelId="{99AD344F-45AD-4D78-84BC-BE8CDA77F208}" type="pres">
      <dgm:prSet presAssocID="{25F98FF9-1B12-48EC-B983-3492663103EB}" presName="compNode" presStyleCnt="0"/>
      <dgm:spPr/>
    </dgm:pt>
    <dgm:pt modelId="{D7136C0B-FDC4-4934-B8BD-D83B350801C8}" type="pres">
      <dgm:prSet presAssocID="{25F98FF9-1B12-48EC-B983-3492663103EB}" presName="iconBgRect" presStyleLbl="bgShp" presStyleIdx="0" presStyleCnt="4"/>
      <dgm:spPr/>
    </dgm:pt>
    <dgm:pt modelId="{D58C1019-91C1-40F8-B8DB-BB9B7335CB59}" type="pres">
      <dgm:prSet presAssocID="{25F98FF9-1B12-48EC-B983-3492663103E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rcular Flowchart"/>
        </a:ext>
      </dgm:extLst>
    </dgm:pt>
    <dgm:pt modelId="{1511828B-09AB-411B-A6A8-6EC30539F89E}" type="pres">
      <dgm:prSet presAssocID="{25F98FF9-1B12-48EC-B983-3492663103EB}" presName="spaceRect" presStyleCnt="0"/>
      <dgm:spPr/>
    </dgm:pt>
    <dgm:pt modelId="{0003F793-683D-47D9-B043-8A54AA1D04B2}" type="pres">
      <dgm:prSet presAssocID="{25F98FF9-1B12-48EC-B983-3492663103EB}" presName="textRect" presStyleLbl="revTx" presStyleIdx="0" presStyleCnt="4">
        <dgm:presLayoutVars>
          <dgm:chMax val="1"/>
          <dgm:chPref val="1"/>
        </dgm:presLayoutVars>
      </dgm:prSet>
      <dgm:spPr/>
    </dgm:pt>
    <dgm:pt modelId="{072A00C6-08FC-41F3-BCED-DBFD4CA941A0}" type="pres">
      <dgm:prSet presAssocID="{7AD0FE1D-5230-4E71-B4AD-BC56C341DA26}" presName="sibTrans" presStyleCnt="0"/>
      <dgm:spPr/>
    </dgm:pt>
    <dgm:pt modelId="{852A8155-4447-4E74-8401-D04C931D24F2}" type="pres">
      <dgm:prSet presAssocID="{C3E5937B-07C6-4332-B371-74A458B5775F}" presName="compNode" presStyleCnt="0"/>
      <dgm:spPr/>
    </dgm:pt>
    <dgm:pt modelId="{54ECA95F-44EE-4345-B88D-42AD91260E17}" type="pres">
      <dgm:prSet presAssocID="{C3E5937B-07C6-4332-B371-74A458B5775F}" presName="iconBgRect" presStyleLbl="bgShp" presStyleIdx="1" presStyleCnt="4"/>
      <dgm:spPr/>
    </dgm:pt>
    <dgm:pt modelId="{FDF4B1D9-C750-48A7-80FD-4DA96B04490C}" type="pres">
      <dgm:prSet presAssocID="{C3E5937B-07C6-4332-B371-74A458B5775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7A4A83A3-2880-454E-9376-F8497ED62E4A}" type="pres">
      <dgm:prSet presAssocID="{C3E5937B-07C6-4332-B371-74A458B5775F}" presName="spaceRect" presStyleCnt="0"/>
      <dgm:spPr/>
    </dgm:pt>
    <dgm:pt modelId="{DB47CB5D-EF70-4B77-A81C-7767FB375F1D}" type="pres">
      <dgm:prSet presAssocID="{C3E5937B-07C6-4332-B371-74A458B5775F}" presName="textRect" presStyleLbl="revTx" presStyleIdx="1" presStyleCnt="4">
        <dgm:presLayoutVars>
          <dgm:chMax val="1"/>
          <dgm:chPref val="1"/>
        </dgm:presLayoutVars>
      </dgm:prSet>
      <dgm:spPr/>
    </dgm:pt>
    <dgm:pt modelId="{B1402526-C2D3-4E55-87DF-211B9FCDB5D8}" type="pres">
      <dgm:prSet presAssocID="{63BAECF5-7720-44D0-AA60-2227DF407D20}" presName="sibTrans" presStyleCnt="0"/>
      <dgm:spPr/>
    </dgm:pt>
    <dgm:pt modelId="{CB8EBC37-65DB-4204-A5B4-2093CAB523C5}" type="pres">
      <dgm:prSet presAssocID="{8F7C6A0A-DEF6-4AD5-979E-CE4F7B597184}" presName="compNode" presStyleCnt="0"/>
      <dgm:spPr/>
    </dgm:pt>
    <dgm:pt modelId="{CFD9FC9A-6E9F-4546-A3DC-8AD48102A50D}" type="pres">
      <dgm:prSet presAssocID="{8F7C6A0A-DEF6-4AD5-979E-CE4F7B597184}" presName="iconBgRect" presStyleLbl="bgShp" presStyleIdx="2" presStyleCnt="4"/>
      <dgm:spPr/>
    </dgm:pt>
    <dgm:pt modelId="{288F18E0-57C6-46D5-ABDF-A55AB0B48394}" type="pres">
      <dgm:prSet presAssocID="{8F7C6A0A-DEF6-4AD5-979E-CE4F7B59718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V"/>
        </a:ext>
      </dgm:extLst>
    </dgm:pt>
    <dgm:pt modelId="{42AF0FC8-C559-4EA3-8D6E-6B8B5A03F329}" type="pres">
      <dgm:prSet presAssocID="{8F7C6A0A-DEF6-4AD5-979E-CE4F7B597184}" presName="spaceRect" presStyleCnt="0"/>
      <dgm:spPr/>
    </dgm:pt>
    <dgm:pt modelId="{D923E2E5-26B4-44B5-BF4C-20AD4E5BEDD1}" type="pres">
      <dgm:prSet presAssocID="{8F7C6A0A-DEF6-4AD5-979E-CE4F7B597184}" presName="textRect" presStyleLbl="revTx" presStyleIdx="2" presStyleCnt="4">
        <dgm:presLayoutVars>
          <dgm:chMax val="1"/>
          <dgm:chPref val="1"/>
        </dgm:presLayoutVars>
      </dgm:prSet>
      <dgm:spPr/>
    </dgm:pt>
    <dgm:pt modelId="{6674F27C-3D75-4B63-8B97-F69BD7DC1B3A}" type="pres">
      <dgm:prSet presAssocID="{1006F2B6-FB11-4487-8038-A1181BC8E7F1}" presName="sibTrans" presStyleCnt="0"/>
      <dgm:spPr/>
    </dgm:pt>
    <dgm:pt modelId="{C49D1701-A89D-4A01-AC99-414F55D70424}" type="pres">
      <dgm:prSet presAssocID="{43F368DE-6E1F-418C-A161-27076589EA57}" presName="compNode" presStyleCnt="0"/>
      <dgm:spPr/>
    </dgm:pt>
    <dgm:pt modelId="{29EE8570-8E96-4263-9401-90076B6D49DA}" type="pres">
      <dgm:prSet presAssocID="{43F368DE-6E1F-418C-A161-27076589EA57}" presName="iconBgRect" presStyleLbl="bgShp" presStyleIdx="3" presStyleCnt="4"/>
      <dgm:spPr/>
    </dgm:pt>
    <dgm:pt modelId="{6BED4F45-AEC6-41EA-8B82-A7A39F98C69C}" type="pres">
      <dgm:prSet presAssocID="{43F368DE-6E1F-418C-A161-27076589EA5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6735B235-4308-439A-92C1-13F8DE22D87B}" type="pres">
      <dgm:prSet presAssocID="{43F368DE-6E1F-418C-A161-27076589EA57}" presName="spaceRect" presStyleCnt="0"/>
      <dgm:spPr/>
    </dgm:pt>
    <dgm:pt modelId="{78581846-B403-4C4C-A65B-CF39C31F214F}" type="pres">
      <dgm:prSet presAssocID="{43F368DE-6E1F-418C-A161-27076589EA5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ACBAA17-1B10-4968-8743-A5C7CAEE7D28}" srcId="{209FAEB9-EE2D-441C-BE98-2938F70CAD5E}" destId="{C3E5937B-07C6-4332-B371-74A458B5775F}" srcOrd="1" destOrd="0" parTransId="{4A9CE4CA-3ED3-4E90-BDE1-A31BA3828708}" sibTransId="{63BAECF5-7720-44D0-AA60-2227DF407D20}"/>
    <dgm:cxn modelId="{49B95320-188E-42F0-8C44-AE2D6398BD12}" srcId="{209FAEB9-EE2D-441C-BE98-2938F70CAD5E}" destId="{8F7C6A0A-DEF6-4AD5-979E-CE4F7B597184}" srcOrd="2" destOrd="0" parTransId="{7C13C37B-4B24-4D99-82E5-AA30815F7861}" sibTransId="{1006F2B6-FB11-4487-8038-A1181BC8E7F1}"/>
    <dgm:cxn modelId="{9C87A441-DC9C-456C-9C6D-5B5E4698D9D5}" type="presOf" srcId="{43F368DE-6E1F-418C-A161-27076589EA57}" destId="{78581846-B403-4C4C-A65B-CF39C31F214F}" srcOrd="0" destOrd="0" presId="urn:microsoft.com/office/officeart/2018/5/layout/IconCircleLabelList"/>
    <dgm:cxn modelId="{B9B17E50-038E-4DD8-809D-E722F3A4FC64}" type="presOf" srcId="{C3E5937B-07C6-4332-B371-74A458B5775F}" destId="{DB47CB5D-EF70-4B77-A81C-7767FB375F1D}" srcOrd="0" destOrd="0" presId="urn:microsoft.com/office/officeart/2018/5/layout/IconCircleLabelList"/>
    <dgm:cxn modelId="{4F502951-E0BD-479F-A8C3-1CF7646002DA}" type="presOf" srcId="{25F98FF9-1B12-48EC-B983-3492663103EB}" destId="{0003F793-683D-47D9-B043-8A54AA1D04B2}" srcOrd="0" destOrd="0" presId="urn:microsoft.com/office/officeart/2018/5/layout/IconCircleLabelList"/>
    <dgm:cxn modelId="{5172EB77-B046-4834-9199-CC145C9FB16F}" srcId="{209FAEB9-EE2D-441C-BE98-2938F70CAD5E}" destId="{43F368DE-6E1F-418C-A161-27076589EA57}" srcOrd="3" destOrd="0" parTransId="{B2505B97-FEB8-45F0-94D1-F8F8F1C32F8C}" sibTransId="{5912B760-1D7D-4A0C-95BF-67E39B809168}"/>
    <dgm:cxn modelId="{C7FB765A-A61C-4066-92B1-E3F0589A87C3}" srcId="{209FAEB9-EE2D-441C-BE98-2938F70CAD5E}" destId="{25F98FF9-1B12-48EC-B983-3492663103EB}" srcOrd="0" destOrd="0" parTransId="{67C3A2CA-4E5B-4915-A9AB-17FF27904A0B}" sibTransId="{7AD0FE1D-5230-4E71-B4AD-BC56C341DA26}"/>
    <dgm:cxn modelId="{EF5593CE-E312-4431-8E7D-114BD9950D62}" type="presOf" srcId="{8F7C6A0A-DEF6-4AD5-979E-CE4F7B597184}" destId="{D923E2E5-26B4-44B5-BF4C-20AD4E5BEDD1}" srcOrd="0" destOrd="0" presId="urn:microsoft.com/office/officeart/2018/5/layout/IconCircleLabelList"/>
    <dgm:cxn modelId="{5176D4F2-AF10-437B-8A90-12C3BDEE2830}" type="presOf" srcId="{209FAEB9-EE2D-441C-BE98-2938F70CAD5E}" destId="{D11BAB34-9B89-4FC2-A8CF-E3B88DA2F66A}" srcOrd="0" destOrd="0" presId="urn:microsoft.com/office/officeart/2018/5/layout/IconCircleLabelList"/>
    <dgm:cxn modelId="{E2D5F627-CEF7-4730-A044-1333F1533FDD}" type="presParOf" srcId="{D11BAB34-9B89-4FC2-A8CF-E3B88DA2F66A}" destId="{99AD344F-45AD-4D78-84BC-BE8CDA77F208}" srcOrd="0" destOrd="0" presId="urn:microsoft.com/office/officeart/2018/5/layout/IconCircleLabelList"/>
    <dgm:cxn modelId="{D9C2DD78-B5D7-4F21-B4F3-5D7659CAEF52}" type="presParOf" srcId="{99AD344F-45AD-4D78-84BC-BE8CDA77F208}" destId="{D7136C0B-FDC4-4934-B8BD-D83B350801C8}" srcOrd="0" destOrd="0" presId="urn:microsoft.com/office/officeart/2018/5/layout/IconCircleLabelList"/>
    <dgm:cxn modelId="{1895568C-CFAE-4F68-8330-AA635BB7C2E6}" type="presParOf" srcId="{99AD344F-45AD-4D78-84BC-BE8CDA77F208}" destId="{D58C1019-91C1-40F8-B8DB-BB9B7335CB59}" srcOrd="1" destOrd="0" presId="urn:microsoft.com/office/officeart/2018/5/layout/IconCircleLabelList"/>
    <dgm:cxn modelId="{7F40A4EE-860F-4F47-AA5B-48C197A8312F}" type="presParOf" srcId="{99AD344F-45AD-4D78-84BC-BE8CDA77F208}" destId="{1511828B-09AB-411B-A6A8-6EC30539F89E}" srcOrd="2" destOrd="0" presId="urn:microsoft.com/office/officeart/2018/5/layout/IconCircleLabelList"/>
    <dgm:cxn modelId="{DEC750DE-E024-4004-99FF-E1E661C389BC}" type="presParOf" srcId="{99AD344F-45AD-4D78-84BC-BE8CDA77F208}" destId="{0003F793-683D-47D9-B043-8A54AA1D04B2}" srcOrd="3" destOrd="0" presId="urn:microsoft.com/office/officeart/2018/5/layout/IconCircleLabelList"/>
    <dgm:cxn modelId="{4BF73AC3-8601-41E0-ADE2-85D4F40E0489}" type="presParOf" srcId="{D11BAB34-9B89-4FC2-A8CF-E3B88DA2F66A}" destId="{072A00C6-08FC-41F3-BCED-DBFD4CA941A0}" srcOrd="1" destOrd="0" presId="urn:microsoft.com/office/officeart/2018/5/layout/IconCircleLabelList"/>
    <dgm:cxn modelId="{E11E6A5F-2CF3-475A-A31A-9CDCD5CB5421}" type="presParOf" srcId="{D11BAB34-9B89-4FC2-A8CF-E3B88DA2F66A}" destId="{852A8155-4447-4E74-8401-D04C931D24F2}" srcOrd="2" destOrd="0" presId="urn:microsoft.com/office/officeart/2018/5/layout/IconCircleLabelList"/>
    <dgm:cxn modelId="{7B4430A7-6CA0-4759-9A19-7E87A6DFD4B4}" type="presParOf" srcId="{852A8155-4447-4E74-8401-D04C931D24F2}" destId="{54ECA95F-44EE-4345-B88D-42AD91260E17}" srcOrd="0" destOrd="0" presId="urn:microsoft.com/office/officeart/2018/5/layout/IconCircleLabelList"/>
    <dgm:cxn modelId="{B42E17DB-7BDD-469E-882A-BB6F75437538}" type="presParOf" srcId="{852A8155-4447-4E74-8401-D04C931D24F2}" destId="{FDF4B1D9-C750-48A7-80FD-4DA96B04490C}" srcOrd="1" destOrd="0" presId="urn:microsoft.com/office/officeart/2018/5/layout/IconCircleLabelList"/>
    <dgm:cxn modelId="{4A187CC8-D6CC-4931-AADA-2F886E7B1970}" type="presParOf" srcId="{852A8155-4447-4E74-8401-D04C931D24F2}" destId="{7A4A83A3-2880-454E-9376-F8497ED62E4A}" srcOrd="2" destOrd="0" presId="urn:microsoft.com/office/officeart/2018/5/layout/IconCircleLabelList"/>
    <dgm:cxn modelId="{F7D1071F-CF6C-4DD4-92D5-84C9323C27FF}" type="presParOf" srcId="{852A8155-4447-4E74-8401-D04C931D24F2}" destId="{DB47CB5D-EF70-4B77-A81C-7767FB375F1D}" srcOrd="3" destOrd="0" presId="urn:microsoft.com/office/officeart/2018/5/layout/IconCircleLabelList"/>
    <dgm:cxn modelId="{CC1C4A7E-EF79-4C08-9407-E70EA7906313}" type="presParOf" srcId="{D11BAB34-9B89-4FC2-A8CF-E3B88DA2F66A}" destId="{B1402526-C2D3-4E55-87DF-211B9FCDB5D8}" srcOrd="3" destOrd="0" presId="urn:microsoft.com/office/officeart/2018/5/layout/IconCircleLabelList"/>
    <dgm:cxn modelId="{AA057C54-FA73-40FF-95CF-D0F534570839}" type="presParOf" srcId="{D11BAB34-9B89-4FC2-A8CF-E3B88DA2F66A}" destId="{CB8EBC37-65DB-4204-A5B4-2093CAB523C5}" srcOrd="4" destOrd="0" presId="urn:microsoft.com/office/officeart/2018/5/layout/IconCircleLabelList"/>
    <dgm:cxn modelId="{00BA9DFC-DF0F-447F-8EE5-10E3F8DD0F23}" type="presParOf" srcId="{CB8EBC37-65DB-4204-A5B4-2093CAB523C5}" destId="{CFD9FC9A-6E9F-4546-A3DC-8AD48102A50D}" srcOrd="0" destOrd="0" presId="urn:microsoft.com/office/officeart/2018/5/layout/IconCircleLabelList"/>
    <dgm:cxn modelId="{91C29031-654C-4E38-A201-F18225765BF1}" type="presParOf" srcId="{CB8EBC37-65DB-4204-A5B4-2093CAB523C5}" destId="{288F18E0-57C6-46D5-ABDF-A55AB0B48394}" srcOrd="1" destOrd="0" presId="urn:microsoft.com/office/officeart/2018/5/layout/IconCircleLabelList"/>
    <dgm:cxn modelId="{E2FDDC79-DCFC-40CE-9376-6E8F91FDFF65}" type="presParOf" srcId="{CB8EBC37-65DB-4204-A5B4-2093CAB523C5}" destId="{42AF0FC8-C559-4EA3-8D6E-6B8B5A03F329}" srcOrd="2" destOrd="0" presId="urn:microsoft.com/office/officeart/2018/5/layout/IconCircleLabelList"/>
    <dgm:cxn modelId="{D3E00CF0-38F0-4BF7-97C3-F79D07E2E649}" type="presParOf" srcId="{CB8EBC37-65DB-4204-A5B4-2093CAB523C5}" destId="{D923E2E5-26B4-44B5-BF4C-20AD4E5BEDD1}" srcOrd="3" destOrd="0" presId="urn:microsoft.com/office/officeart/2018/5/layout/IconCircleLabelList"/>
    <dgm:cxn modelId="{6CA41DB6-21D4-44C3-B74E-20018C821F60}" type="presParOf" srcId="{D11BAB34-9B89-4FC2-A8CF-E3B88DA2F66A}" destId="{6674F27C-3D75-4B63-8B97-F69BD7DC1B3A}" srcOrd="5" destOrd="0" presId="urn:microsoft.com/office/officeart/2018/5/layout/IconCircleLabelList"/>
    <dgm:cxn modelId="{FAD92704-6F25-487B-9D5E-B707721B88DD}" type="presParOf" srcId="{D11BAB34-9B89-4FC2-A8CF-E3B88DA2F66A}" destId="{C49D1701-A89D-4A01-AC99-414F55D70424}" srcOrd="6" destOrd="0" presId="urn:microsoft.com/office/officeart/2018/5/layout/IconCircleLabelList"/>
    <dgm:cxn modelId="{160A2AE9-1886-41D4-8A7C-209536EDEDD3}" type="presParOf" srcId="{C49D1701-A89D-4A01-AC99-414F55D70424}" destId="{29EE8570-8E96-4263-9401-90076B6D49DA}" srcOrd="0" destOrd="0" presId="urn:microsoft.com/office/officeart/2018/5/layout/IconCircleLabelList"/>
    <dgm:cxn modelId="{5AA509FA-37AD-4C67-A979-6636DEE437B6}" type="presParOf" srcId="{C49D1701-A89D-4A01-AC99-414F55D70424}" destId="{6BED4F45-AEC6-41EA-8B82-A7A39F98C69C}" srcOrd="1" destOrd="0" presId="urn:microsoft.com/office/officeart/2018/5/layout/IconCircleLabelList"/>
    <dgm:cxn modelId="{8AE43AED-4762-4566-87D8-E8DF353F51F6}" type="presParOf" srcId="{C49D1701-A89D-4A01-AC99-414F55D70424}" destId="{6735B235-4308-439A-92C1-13F8DE22D87B}" srcOrd="2" destOrd="0" presId="urn:microsoft.com/office/officeart/2018/5/layout/IconCircleLabelList"/>
    <dgm:cxn modelId="{F62DC424-051F-4019-B396-2E4B2AFF5F93}" type="presParOf" srcId="{C49D1701-A89D-4A01-AC99-414F55D70424}" destId="{78581846-B403-4C4C-A65B-CF39C31F214F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026504C-A73F-4B27-9615-00267058256C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60DA5EB-06CF-4E94-9608-B57EBD0FBA29}">
      <dgm:prSet/>
      <dgm:spPr/>
      <dgm:t>
        <a:bodyPr/>
        <a:lstStyle/>
        <a:p>
          <a:r>
            <a:rPr lang="en-US"/>
            <a:t>To classify data into categories accurately.</a:t>
          </a:r>
        </a:p>
      </dgm:t>
    </dgm:pt>
    <dgm:pt modelId="{0899A1FC-44EE-4CFE-BF98-1D1600174608}" type="parTrans" cxnId="{8EBA27D0-48BE-41B8-8BA5-F96D8A76104B}">
      <dgm:prSet/>
      <dgm:spPr/>
      <dgm:t>
        <a:bodyPr/>
        <a:lstStyle/>
        <a:p>
          <a:endParaRPr lang="en-US"/>
        </a:p>
      </dgm:t>
    </dgm:pt>
    <dgm:pt modelId="{788498EF-C679-4464-8923-60565E6AF9B8}" type="sibTrans" cxnId="{8EBA27D0-48BE-41B8-8BA5-F96D8A76104B}">
      <dgm:prSet/>
      <dgm:spPr/>
      <dgm:t>
        <a:bodyPr/>
        <a:lstStyle/>
        <a:p>
          <a:endParaRPr lang="en-US"/>
        </a:p>
      </dgm:t>
    </dgm:pt>
    <dgm:pt modelId="{5C90875C-1485-41E6-835B-0017C26EEC4E}">
      <dgm:prSet/>
      <dgm:spPr/>
      <dgm:t>
        <a:bodyPr/>
        <a:lstStyle/>
        <a:p>
          <a:r>
            <a:rPr lang="en-US"/>
            <a:t>Identify optimal decision boundary.</a:t>
          </a:r>
        </a:p>
      </dgm:t>
    </dgm:pt>
    <dgm:pt modelId="{5A57B5C0-4D30-40BA-B0DD-C7236DF262B8}" type="parTrans" cxnId="{D1760526-1BB2-4024-AEC9-3BB381320DDA}">
      <dgm:prSet/>
      <dgm:spPr/>
      <dgm:t>
        <a:bodyPr/>
        <a:lstStyle/>
        <a:p>
          <a:endParaRPr lang="en-US"/>
        </a:p>
      </dgm:t>
    </dgm:pt>
    <dgm:pt modelId="{4CAA5D39-02A0-4A75-AA1B-16741BA6A323}" type="sibTrans" cxnId="{D1760526-1BB2-4024-AEC9-3BB381320DDA}">
      <dgm:prSet/>
      <dgm:spPr/>
      <dgm:t>
        <a:bodyPr/>
        <a:lstStyle/>
        <a:p>
          <a:endParaRPr lang="en-US"/>
        </a:p>
      </dgm:t>
    </dgm:pt>
    <dgm:pt modelId="{BEC9A35A-75BB-4D8B-99D9-A8F2FBC5D9E4}">
      <dgm:prSet/>
      <dgm:spPr/>
      <dgm:t>
        <a:bodyPr/>
        <a:lstStyle/>
        <a:p>
          <a:r>
            <a:rPr lang="en-US"/>
            <a:t>Improve prediction accuracy.</a:t>
          </a:r>
        </a:p>
      </dgm:t>
    </dgm:pt>
    <dgm:pt modelId="{19FC1597-1AC0-419B-90DE-4641335428B0}" type="parTrans" cxnId="{0191DC42-187E-4300-A2C2-B85BD79F0D37}">
      <dgm:prSet/>
      <dgm:spPr/>
      <dgm:t>
        <a:bodyPr/>
        <a:lstStyle/>
        <a:p>
          <a:endParaRPr lang="en-US"/>
        </a:p>
      </dgm:t>
    </dgm:pt>
    <dgm:pt modelId="{77992D93-20B9-4E71-A6C9-74EAA82F2233}" type="sibTrans" cxnId="{0191DC42-187E-4300-A2C2-B85BD79F0D37}">
      <dgm:prSet/>
      <dgm:spPr/>
      <dgm:t>
        <a:bodyPr/>
        <a:lstStyle/>
        <a:p>
          <a:endParaRPr lang="en-US"/>
        </a:p>
      </dgm:t>
    </dgm:pt>
    <dgm:pt modelId="{6FA15C25-7FE2-4E64-87CF-6F732162F899}">
      <dgm:prSet/>
      <dgm:spPr/>
      <dgm:t>
        <a:bodyPr/>
        <a:lstStyle/>
        <a:p>
          <a:r>
            <a:rPr lang="en-US"/>
            <a:t>Reduce misclassification errors.</a:t>
          </a:r>
        </a:p>
      </dgm:t>
    </dgm:pt>
    <dgm:pt modelId="{4F94B370-1CDB-4CB7-AABA-AD35DA394149}" type="parTrans" cxnId="{D478CBAD-DEDA-49FC-9903-771D3959BDE6}">
      <dgm:prSet/>
      <dgm:spPr/>
      <dgm:t>
        <a:bodyPr/>
        <a:lstStyle/>
        <a:p>
          <a:endParaRPr lang="en-US"/>
        </a:p>
      </dgm:t>
    </dgm:pt>
    <dgm:pt modelId="{B2D28649-F23C-415D-AF84-130768F35B9B}" type="sibTrans" cxnId="{D478CBAD-DEDA-49FC-9903-771D3959BDE6}">
      <dgm:prSet/>
      <dgm:spPr/>
      <dgm:t>
        <a:bodyPr/>
        <a:lstStyle/>
        <a:p>
          <a:endParaRPr lang="en-US"/>
        </a:p>
      </dgm:t>
    </dgm:pt>
    <dgm:pt modelId="{DA7139B2-5883-4111-A59F-8FD155740F02}" type="pres">
      <dgm:prSet presAssocID="{E026504C-A73F-4B27-9615-00267058256C}" presName="diagram" presStyleCnt="0">
        <dgm:presLayoutVars>
          <dgm:dir/>
          <dgm:resizeHandles val="exact"/>
        </dgm:presLayoutVars>
      </dgm:prSet>
      <dgm:spPr/>
    </dgm:pt>
    <dgm:pt modelId="{5BFBCBCF-E97F-4B0B-B972-121C31289737}" type="pres">
      <dgm:prSet presAssocID="{660DA5EB-06CF-4E94-9608-B57EBD0FBA29}" presName="node" presStyleLbl="node1" presStyleIdx="0" presStyleCnt="4">
        <dgm:presLayoutVars>
          <dgm:bulletEnabled val="1"/>
        </dgm:presLayoutVars>
      </dgm:prSet>
      <dgm:spPr/>
    </dgm:pt>
    <dgm:pt modelId="{D4B86115-C515-4D0F-826E-9991633FE305}" type="pres">
      <dgm:prSet presAssocID="{788498EF-C679-4464-8923-60565E6AF9B8}" presName="sibTrans" presStyleCnt="0"/>
      <dgm:spPr/>
    </dgm:pt>
    <dgm:pt modelId="{8CC6DC36-3A70-4BAA-837B-213B6F885B14}" type="pres">
      <dgm:prSet presAssocID="{5C90875C-1485-41E6-835B-0017C26EEC4E}" presName="node" presStyleLbl="node1" presStyleIdx="1" presStyleCnt="4">
        <dgm:presLayoutVars>
          <dgm:bulletEnabled val="1"/>
        </dgm:presLayoutVars>
      </dgm:prSet>
      <dgm:spPr/>
    </dgm:pt>
    <dgm:pt modelId="{ACBEDBE9-239E-4935-B7CA-E9F18F537E5C}" type="pres">
      <dgm:prSet presAssocID="{4CAA5D39-02A0-4A75-AA1B-16741BA6A323}" presName="sibTrans" presStyleCnt="0"/>
      <dgm:spPr/>
    </dgm:pt>
    <dgm:pt modelId="{650EC882-11CE-4057-89A9-7BA5B9583A02}" type="pres">
      <dgm:prSet presAssocID="{BEC9A35A-75BB-4D8B-99D9-A8F2FBC5D9E4}" presName="node" presStyleLbl="node1" presStyleIdx="2" presStyleCnt="4">
        <dgm:presLayoutVars>
          <dgm:bulletEnabled val="1"/>
        </dgm:presLayoutVars>
      </dgm:prSet>
      <dgm:spPr/>
    </dgm:pt>
    <dgm:pt modelId="{3A806FB7-2610-4FE0-B79D-463315912297}" type="pres">
      <dgm:prSet presAssocID="{77992D93-20B9-4E71-A6C9-74EAA82F2233}" presName="sibTrans" presStyleCnt="0"/>
      <dgm:spPr/>
    </dgm:pt>
    <dgm:pt modelId="{6C8F72C5-958E-4CD2-A40C-B3872D2F1A94}" type="pres">
      <dgm:prSet presAssocID="{6FA15C25-7FE2-4E64-87CF-6F732162F899}" presName="node" presStyleLbl="node1" presStyleIdx="3" presStyleCnt="4">
        <dgm:presLayoutVars>
          <dgm:bulletEnabled val="1"/>
        </dgm:presLayoutVars>
      </dgm:prSet>
      <dgm:spPr/>
    </dgm:pt>
  </dgm:ptLst>
  <dgm:cxnLst>
    <dgm:cxn modelId="{D1760526-1BB2-4024-AEC9-3BB381320DDA}" srcId="{E026504C-A73F-4B27-9615-00267058256C}" destId="{5C90875C-1485-41E6-835B-0017C26EEC4E}" srcOrd="1" destOrd="0" parTransId="{5A57B5C0-4D30-40BA-B0DD-C7236DF262B8}" sibTransId="{4CAA5D39-02A0-4A75-AA1B-16741BA6A323}"/>
    <dgm:cxn modelId="{9E5AF027-E17F-481B-9012-6B7E8560CD8C}" type="presOf" srcId="{5C90875C-1485-41E6-835B-0017C26EEC4E}" destId="{8CC6DC36-3A70-4BAA-837B-213B6F885B14}" srcOrd="0" destOrd="0" presId="urn:microsoft.com/office/officeart/2005/8/layout/default"/>
    <dgm:cxn modelId="{141C083C-D401-4F1A-ABF8-FEA44598D155}" type="presOf" srcId="{660DA5EB-06CF-4E94-9608-B57EBD0FBA29}" destId="{5BFBCBCF-E97F-4B0B-B972-121C31289737}" srcOrd="0" destOrd="0" presId="urn:microsoft.com/office/officeart/2005/8/layout/default"/>
    <dgm:cxn modelId="{A2EC953F-0404-4F26-A5DE-A9AA4755D01B}" type="presOf" srcId="{BEC9A35A-75BB-4D8B-99D9-A8F2FBC5D9E4}" destId="{650EC882-11CE-4057-89A9-7BA5B9583A02}" srcOrd="0" destOrd="0" presId="urn:microsoft.com/office/officeart/2005/8/layout/default"/>
    <dgm:cxn modelId="{0191DC42-187E-4300-A2C2-B85BD79F0D37}" srcId="{E026504C-A73F-4B27-9615-00267058256C}" destId="{BEC9A35A-75BB-4D8B-99D9-A8F2FBC5D9E4}" srcOrd="2" destOrd="0" parTransId="{19FC1597-1AC0-419B-90DE-4641335428B0}" sibTransId="{77992D93-20B9-4E71-A6C9-74EAA82F2233}"/>
    <dgm:cxn modelId="{855B8477-0A92-476C-9959-CB1F184E6393}" type="presOf" srcId="{6FA15C25-7FE2-4E64-87CF-6F732162F899}" destId="{6C8F72C5-958E-4CD2-A40C-B3872D2F1A94}" srcOrd="0" destOrd="0" presId="urn:microsoft.com/office/officeart/2005/8/layout/default"/>
    <dgm:cxn modelId="{F0C964A2-97DA-45FE-80CE-A4AECCB0D76B}" type="presOf" srcId="{E026504C-A73F-4B27-9615-00267058256C}" destId="{DA7139B2-5883-4111-A59F-8FD155740F02}" srcOrd="0" destOrd="0" presId="urn:microsoft.com/office/officeart/2005/8/layout/default"/>
    <dgm:cxn modelId="{D478CBAD-DEDA-49FC-9903-771D3959BDE6}" srcId="{E026504C-A73F-4B27-9615-00267058256C}" destId="{6FA15C25-7FE2-4E64-87CF-6F732162F899}" srcOrd="3" destOrd="0" parTransId="{4F94B370-1CDB-4CB7-AABA-AD35DA394149}" sibTransId="{B2D28649-F23C-415D-AF84-130768F35B9B}"/>
    <dgm:cxn modelId="{8EBA27D0-48BE-41B8-8BA5-F96D8A76104B}" srcId="{E026504C-A73F-4B27-9615-00267058256C}" destId="{660DA5EB-06CF-4E94-9608-B57EBD0FBA29}" srcOrd="0" destOrd="0" parTransId="{0899A1FC-44EE-4CFE-BF98-1D1600174608}" sibTransId="{788498EF-C679-4464-8923-60565E6AF9B8}"/>
    <dgm:cxn modelId="{28DA83DC-181E-43EA-B65A-E661A3904A77}" type="presParOf" srcId="{DA7139B2-5883-4111-A59F-8FD155740F02}" destId="{5BFBCBCF-E97F-4B0B-B972-121C31289737}" srcOrd="0" destOrd="0" presId="urn:microsoft.com/office/officeart/2005/8/layout/default"/>
    <dgm:cxn modelId="{475C227D-3877-4B91-B8FF-A6A2787AB7C1}" type="presParOf" srcId="{DA7139B2-5883-4111-A59F-8FD155740F02}" destId="{D4B86115-C515-4D0F-826E-9991633FE305}" srcOrd="1" destOrd="0" presId="urn:microsoft.com/office/officeart/2005/8/layout/default"/>
    <dgm:cxn modelId="{9325143B-00CA-4DCE-9F36-1B4FB70A8372}" type="presParOf" srcId="{DA7139B2-5883-4111-A59F-8FD155740F02}" destId="{8CC6DC36-3A70-4BAA-837B-213B6F885B14}" srcOrd="2" destOrd="0" presId="urn:microsoft.com/office/officeart/2005/8/layout/default"/>
    <dgm:cxn modelId="{EB457157-C9AC-41D8-B383-7BE56A773715}" type="presParOf" srcId="{DA7139B2-5883-4111-A59F-8FD155740F02}" destId="{ACBEDBE9-239E-4935-B7CA-E9F18F537E5C}" srcOrd="3" destOrd="0" presId="urn:microsoft.com/office/officeart/2005/8/layout/default"/>
    <dgm:cxn modelId="{19E66FD5-EE50-49DD-BE54-DEE7E37BA0F5}" type="presParOf" srcId="{DA7139B2-5883-4111-A59F-8FD155740F02}" destId="{650EC882-11CE-4057-89A9-7BA5B9583A02}" srcOrd="4" destOrd="0" presId="urn:microsoft.com/office/officeart/2005/8/layout/default"/>
    <dgm:cxn modelId="{10D0EC06-71B9-4D2E-8AA3-C70A3480360C}" type="presParOf" srcId="{DA7139B2-5883-4111-A59F-8FD155740F02}" destId="{3A806FB7-2610-4FE0-B79D-463315912297}" srcOrd="5" destOrd="0" presId="urn:microsoft.com/office/officeart/2005/8/layout/default"/>
    <dgm:cxn modelId="{BF52C6CF-8E51-4E9D-A6DC-B1CA2B51DE0F}" type="presParOf" srcId="{DA7139B2-5883-4111-A59F-8FD155740F02}" destId="{6C8F72C5-958E-4CD2-A40C-B3872D2F1A94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CDAABC4-C680-4E7D-B4E0-A45E465D1FD0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87FEEA1F-21CD-44C2-B9DA-22B15698B94A}">
      <dgm:prSet/>
      <dgm:spPr/>
      <dgm:t>
        <a:bodyPr/>
        <a:lstStyle/>
        <a:p>
          <a:r>
            <a:rPr lang="en-US"/>
            <a:t>1. Data Collection</a:t>
          </a:r>
        </a:p>
      </dgm:t>
    </dgm:pt>
    <dgm:pt modelId="{5A217AEC-F6D3-43D6-AE71-933EA21668B3}" type="parTrans" cxnId="{9DE967A8-3BCB-40B6-9DF6-671ED849C86A}">
      <dgm:prSet/>
      <dgm:spPr/>
      <dgm:t>
        <a:bodyPr/>
        <a:lstStyle/>
        <a:p>
          <a:endParaRPr lang="en-US"/>
        </a:p>
      </dgm:t>
    </dgm:pt>
    <dgm:pt modelId="{70D1A8A5-FE65-4E9F-94E3-620AAF3F9750}" type="sibTrans" cxnId="{9DE967A8-3BCB-40B6-9DF6-671ED849C86A}">
      <dgm:prSet/>
      <dgm:spPr/>
      <dgm:t>
        <a:bodyPr/>
        <a:lstStyle/>
        <a:p>
          <a:endParaRPr lang="en-US"/>
        </a:p>
      </dgm:t>
    </dgm:pt>
    <dgm:pt modelId="{3571ACE0-0AD4-45F9-9393-325D1F557417}">
      <dgm:prSet/>
      <dgm:spPr/>
      <dgm:t>
        <a:bodyPr/>
        <a:lstStyle/>
        <a:p>
          <a:r>
            <a:rPr lang="en-US"/>
            <a:t>2. Data Preprocessing (Scaling</a:t>
          </a:r>
          <a:r>
            <a:rPr lang="en-IN"/>
            <a:t>)</a:t>
          </a:r>
          <a:endParaRPr lang="en-US"/>
        </a:p>
      </dgm:t>
    </dgm:pt>
    <dgm:pt modelId="{0D12C255-E422-42CD-8135-9F605ED83D2B}" type="parTrans" cxnId="{4C08BD6F-AA7B-40B4-89A7-96854B93818E}">
      <dgm:prSet/>
      <dgm:spPr/>
      <dgm:t>
        <a:bodyPr/>
        <a:lstStyle/>
        <a:p>
          <a:endParaRPr lang="en-US"/>
        </a:p>
      </dgm:t>
    </dgm:pt>
    <dgm:pt modelId="{DC28F9BB-3720-4C6F-A896-681D6DDEE39D}" type="sibTrans" cxnId="{4C08BD6F-AA7B-40B4-89A7-96854B93818E}">
      <dgm:prSet/>
      <dgm:spPr/>
      <dgm:t>
        <a:bodyPr/>
        <a:lstStyle/>
        <a:p>
          <a:endParaRPr lang="en-US"/>
        </a:p>
      </dgm:t>
    </dgm:pt>
    <dgm:pt modelId="{89538D44-B8B1-4E4A-B2F4-4B747CF24445}">
      <dgm:prSet/>
      <dgm:spPr/>
      <dgm:t>
        <a:bodyPr/>
        <a:lstStyle/>
        <a:p>
          <a:r>
            <a:rPr lang="en-IN"/>
            <a:t>3. Train-Test Split</a:t>
          </a:r>
          <a:endParaRPr lang="en-US"/>
        </a:p>
      </dgm:t>
    </dgm:pt>
    <dgm:pt modelId="{88B83068-A6A9-486C-BF8C-6493F630C714}" type="parTrans" cxnId="{9C53C1BC-0A95-4A30-A327-AB485A0A13F9}">
      <dgm:prSet/>
      <dgm:spPr/>
      <dgm:t>
        <a:bodyPr/>
        <a:lstStyle/>
        <a:p>
          <a:endParaRPr lang="en-US"/>
        </a:p>
      </dgm:t>
    </dgm:pt>
    <dgm:pt modelId="{4149DCDF-5151-47BC-A942-563A39359458}" type="sibTrans" cxnId="{9C53C1BC-0A95-4A30-A327-AB485A0A13F9}">
      <dgm:prSet/>
      <dgm:spPr/>
      <dgm:t>
        <a:bodyPr/>
        <a:lstStyle/>
        <a:p>
          <a:endParaRPr lang="en-US"/>
        </a:p>
      </dgm:t>
    </dgm:pt>
    <dgm:pt modelId="{ACAC0879-C8BB-48F8-BF1B-00CB14EBB092}">
      <dgm:prSet/>
      <dgm:spPr/>
      <dgm:t>
        <a:bodyPr/>
        <a:lstStyle/>
        <a:p>
          <a:r>
            <a:rPr lang="en-US"/>
            <a:t>4. Model Training using SVC</a:t>
          </a:r>
        </a:p>
      </dgm:t>
    </dgm:pt>
    <dgm:pt modelId="{57D3270C-6D07-493B-A428-6A321E6BCA72}" type="parTrans" cxnId="{249B2762-E64F-4C65-B13E-55DE68637B9E}">
      <dgm:prSet/>
      <dgm:spPr/>
      <dgm:t>
        <a:bodyPr/>
        <a:lstStyle/>
        <a:p>
          <a:endParaRPr lang="en-US"/>
        </a:p>
      </dgm:t>
    </dgm:pt>
    <dgm:pt modelId="{60D94C5A-9B8B-46EE-9B7A-C2D913984B3B}" type="sibTrans" cxnId="{249B2762-E64F-4C65-B13E-55DE68637B9E}">
      <dgm:prSet/>
      <dgm:spPr/>
      <dgm:t>
        <a:bodyPr/>
        <a:lstStyle/>
        <a:p>
          <a:endParaRPr lang="en-US"/>
        </a:p>
      </dgm:t>
    </dgm:pt>
    <dgm:pt modelId="{56DAD68F-9056-41F0-8AAA-6CFF277E0DE6}">
      <dgm:prSet/>
      <dgm:spPr/>
      <dgm:t>
        <a:bodyPr/>
        <a:lstStyle/>
        <a:p>
          <a:r>
            <a:rPr lang="en-US"/>
            <a:t>5. Model Evaluation (Accuracy, Confusion Matrix)</a:t>
          </a:r>
        </a:p>
      </dgm:t>
    </dgm:pt>
    <dgm:pt modelId="{E5D97729-D5AB-4A45-AAF8-BE5B5751569E}" type="parTrans" cxnId="{54AE46B9-CE6E-4138-93ED-49A2576012BF}">
      <dgm:prSet/>
      <dgm:spPr/>
      <dgm:t>
        <a:bodyPr/>
        <a:lstStyle/>
        <a:p>
          <a:endParaRPr lang="en-US"/>
        </a:p>
      </dgm:t>
    </dgm:pt>
    <dgm:pt modelId="{41581EF8-D15F-4EC7-92C3-600F088ED480}" type="sibTrans" cxnId="{54AE46B9-CE6E-4138-93ED-49A2576012BF}">
      <dgm:prSet/>
      <dgm:spPr/>
      <dgm:t>
        <a:bodyPr/>
        <a:lstStyle/>
        <a:p>
          <a:endParaRPr lang="en-US"/>
        </a:p>
      </dgm:t>
    </dgm:pt>
    <dgm:pt modelId="{C7DD3B4E-33ED-4227-A108-527D30FF914A}" type="pres">
      <dgm:prSet presAssocID="{ACDAABC4-C680-4E7D-B4E0-A45E465D1FD0}" presName="linear" presStyleCnt="0">
        <dgm:presLayoutVars>
          <dgm:animLvl val="lvl"/>
          <dgm:resizeHandles val="exact"/>
        </dgm:presLayoutVars>
      </dgm:prSet>
      <dgm:spPr/>
    </dgm:pt>
    <dgm:pt modelId="{EFC0BBF9-B41F-49D9-8D06-5B49D4DD629B}" type="pres">
      <dgm:prSet presAssocID="{87FEEA1F-21CD-44C2-B9DA-22B15698B94A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9326EEAE-77FB-4701-BF75-7305B4750530}" type="pres">
      <dgm:prSet presAssocID="{70D1A8A5-FE65-4E9F-94E3-620AAF3F9750}" presName="spacer" presStyleCnt="0"/>
      <dgm:spPr/>
    </dgm:pt>
    <dgm:pt modelId="{A6112E0A-F3F3-4B4A-8F79-25D7562DCD33}" type="pres">
      <dgm:prSet presAssocID="{3571ACE0-0AD4-45F9-9393-325D1F557417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D704D39C-BBB4-4DB1-9397-9923CFAC2AE9}" type="pres">
      <dgm:prSet presAssocID="{DC28F9BB-3720-4C6F-A896-681D6DDEE39D}" presName="spacer" presStyleCnt="0"/>
      <dgm:spPr/>
    </dgm:pt>
    <dgm:pt modelId="{AD7D6BBB-10A9-4C96-9435-F07F6EFB2694}" type="pres">
      <dgm:prSet presAssocID="{89538D44-B8B1-4E4A-B2F4-4B747CF24445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0D93FA7C-7E84-4226-BCC5-1B81F6838A8C}" type="pres">
      <dgm:prSet presAssocID="{4149DCDF-5151-47BC-A942-563A39359458}" presName="spacer" presStyleCnt="0"/>
      <dgm:spPr/>
    </dgm:pt>
    <dgm:pt modelId="{49E9A5EF-C9CF-4E62-8301-DA15AA8473F0}" type="pres">
      <dgm:prSet presAssocID="{ACAC0879-C8BB-48F8-BF1B-00CB14EBB092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101C3882-C449-4B17-8C9E-60AB0ACC5019}" type="pres">
      <dgm:prSet presAssocID="{60D94C5A-9B8B-46EE-9B7A-C2D913984B3B}" presName="spacer" presStyleCnt="0"/>
      <dgm:spPr/>
    </dgm:pt>
    <dgm:pt modelId="{E705A9A0-1EC9-4669-BE98-17B156C4C790}" type="pres">
      <dgm:prSet presAssocID="{56DAD68F-9056-41F0-8AAA-6CFF277E0DE6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88902903-CAEF-4E75-8BA2-6922214F19AE}" type="presOf" srcId="{3571ACE0-0AD4-45F9-9393-325D1F557417}" destId="{A6112E0A-F3F3-4B4A-8F79-25D7562DCD33}" srcOrd="0" destOrd="0" presId="urn:microsoft.com/office/officeart/2005/8/layout/vList2"/>
    <dgm:cxn modelId="{8A3B4A08-C15B-4763-9327-8516F800B072}" type="presOf" srcId="{ACAC0879-C8BB-48F8-BF1B-00CB14EBB092}" destId="{49E9A5EF-C9CF-4E62-8301-DA15AA8473F0}" srcOrd="0" destOrd="0" presId="urn:microsoft.com/office/officeart/2005/8/layout/vList2"/>
    <dgm:cxn modelId="{249B2762-E64F-4C65-B13E-55DE68637B9E}" srcId="{ACDAABC4-C680-4E7D-B4E0-A45E465D1FD0}" destId="{ACAC0879-C8BB-48F8-BF1B-00CB14EBB092}" srcOrd="3" destOrd="0" parTransId="{57D3270C-6D07-493B-A428-6A321E6BCA72}" sibTransId="{60D94C5A-9B8B-46EE-9B7A-C2D913984B3B}"/>
    <dgm:cxn modelId="{2740FC6D-45D1-472A-B2F0-1131D0ADD3B4}" type="presOf" srcId="{56DAD68F-9056-41F0-8AAA-6CFF277E0DE6}" destId="{E705A9A0-1EC9-4669-BE98-17B156C4C790}" srcOrd="0" destOrd="0" presId="urn:microsoft.com/office/officeart/2005/8/layout/vList2"/>
    <dgm:cxn modelId="{0928274F-4F13-48FA-92DD-6F3CDF924486}" type="presOf" srcId="{ACDAABC4-C680-4E7D-B4E0-A45E465D1FD0}" destId="{C7DD3B4E-33ED-4227-A108-527D30FF914A}" srcOrd="0" destOrd="0" presId="urn:microsoft.com/office/officeart/2005/8/layout/vList2"/>
    <dgm:cxn modelId="{4C08BD6F-AA7B-40B4-89A7-96854B93818E}" srcId="{ACDAABC4-C680-4E7D-B4E0-A45E465D1FD0}" destId="{3571ACE0-0AD4-45F9-9393-325D1F557417}" srcOrd="1" destOrd="0" parTransId="{0D12C255-E422-42CD-8135-9F605ED83D2B}" sibTransId="{DC28F9BB-3720-4C6F-A896-681D6DDEE39D}"/>
    <dgm:cxn modelId="{6AB0AF88-8BFB-4430-94E5-8D69CD7DDEC6}" type="presOf" srcId="{89538D44-B8B1-4E4A-B2F4-4B747CF24445}" destId="{AD7D6BBB-10A9-4C96-9435-F07F6EFB2694}" srcOrd="0" destOrd="0" presId="urn:microsoft.com/office/officeart/2005/8/layout/vList2"/>
    <dgm:cxn modelId="{9DE967A8-3BCB-40B6-9DF6-671ED849C86A}" srcId="{ACDAABC4-C680-4E7D-B4E0-A45E465D1FD0}" destId="{87FEEA1F-21CD-44C2-B9DA-22B15698B94A}" srcOrd="0" destOrd="0" parTransId="{5A217AEC-F6D3-43D6-AE71-933EA21668B3}" sibTransId="{70D1A8A5-FE65-4E9F-94E3-620AAF3F9750}"/>
    <dgm:cxn modelId="{195309AC-C2BA-4443-8F34-E9070B0CF664}" type="presOf" srcId="{87FEEA1F-21CD-44C2-B9DA-22B15698B94A}" destId="{EFC0BBF9-B41F-49D9-8D06-5B49D4DD629B}" srcOrd="0" destOrd="0" presId="urn:microsoft.com/office/officeart/2005/8/layout/vList2"/>
    <dgm:cxn modelId="{54AE46B9-CE6E-4138-93ED-49A2576012BF}" srcId="{ACDAABC4-C680-4E7D-B4E0-A45E465D1FD0}" destId="{56DAD68F-9056-41F0-8AAA-6CFF277E0DE6}" srcOrd="4" destOrd="0" parTransId="{E5D97729-D5AB-4A45-AAF8-BE5B5751569E}" sibTransId="{41581EF8-D15F-4EC7-92C3-600F088ED480}"/>
    <dgm:cxn modelId="{9C53C1BC-0A95-4A30-A327-AB485A0A13F9}" srcId="{ACDAABC4-C680-4E7D-B4E0-A45E465D1FD0}" destId="{89538D44-B8B1-4E4A-B2F4-4B747CF24445}" srcOrd="2" destOrd="0" parTransId="{88B83068-A6A9-486C-BF8C-6493F630C714}" sibTransId="{4149DCDF-5151-47BC-A942-563A39359458}"/>
    <dgm:cxn modelId="{277FB7BB-09FB-4831-AB79-20DBD446B97E}" type="presParOf" srcId="{C7DD3B4E-33ED-4227-A108-527D30FF914A}" destId="{EFC0BBF9-B41F-49D9-8D06-5B49D4DD629B}" srcOrd="0" destOrd="0" presId="urn:microsoft.com/office/officeart/2005/8/layout/vList2"/>
    <dgm:cxn modelId="{03EAC900-0018-46F7-AF48-20CC4F09D218}" type="presParOf" srcId="{C7DD3B4E-33ED-4227-A108-527D30FF914A}" destId="{9326EEAE-77FB-4701-BF75-7305B4750530}" srcOrd="1" destOrd="0" presId="urn:microsoft.com/office/officeart/2005/8/layout/vList2"/>
    <dgm:cxn modelId="{4C3709C7-68E1-45E3-8503-E2923EA86094}" type="presParOf" srcId="{C7DD3B4E-33ED-4227-A108-527D30FF914A}" destId="{A6112E0A-F3F3-4B4A-8F79-25D7562DCD33}" srcOrd="2" destOrd="0" presId="urn:microsoft.com/office/officeart/2005/8/layout/vList2"/>
    <dgm:cxn modelId="{CF7BB1D3-07CD-43FD-A3D3-C44919293ACA}" type="presParOf" srcId="{C7DD3B4E-33ED-4227-A108-527D30FF914A}" destId="{D704D39C-BBB4-4DB1-9397-9923CFAC2AE9}" srcOrd="3" destOrd="0" presId="urn:microsoft.com/office/officeart/2005/8/layout/vList2"/>
    <dgm:cxn modelId="{9DA62596-5743-4DE4-917B-DB4A3E92CF33}" type="presParOf" srcId="{C7DD3B4E-33ED-4227-A108-527D30FF914A}" destId="{AD7D6BBB-10A9-4C96-9435-F07F6EFB2694}" srcOrd="4" destOrd="0" presId="urn:microsoft.com/office/officeart/2005/8/layout/vList2"/>
    <dgm:cxn modelId="{F31A13A0-6F03-4059-8A9B-A948FA4845E0}" type="presParOf" srcId="{C7DD3B4E-33ED-4227-A108-527D30FF914A}" destId="{0D93FA7C-7E84-4226-BCC5-1B81F6838A8C}" srcOrd="5" destOrd="0" presId="urn:microsoft.com/office/officeart/2005/8/layout/vList2"/>
    <dgm:cxn modelId="{8217188F-FB5A-45BD-AA2A-014C5AE03CC5}" type="presParOf" srcId="{C7DD3B4E-33ED-4227-A108-527D30FF914A}" destId="{49E9A5EF-C9CF-4E62-8301-DA15AA8473F0}" srcOrd="6" destOrd="0" presId="urn:microsoft.com/office/officeart/2005/8/layout/vList2"/>
    <dgm:cxn modelId="{C599AA97-3FBA-402B-8540-6C38EA2ACBFC}" type="presParOf" srcId="{C7DD3B4E-33ED-4227-A108-527D30FF914A}" destId="{101C3882-C449-4B17-8C9E-60AB0ACC5019}" srcOrd="7" destOrd="0" presId="urn:microsoft.com/office/officeart/2005/8/layout/vList2"/>
    <dgm:cxn modelId="{DD7D331B-EBE8-443E-AFFA-CDD855973F5B}" type="presParOf" srcId="{C7DD3B4E-33ED-4227-A108-527D30FF914A}" destId="{E705A9A0-1EC9-4669-BE98-17B156C4C790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542ED20-367F-4074-97BC-7D12798B00DC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0586B57-7647-465B-ACA1-1A93BB39B338}">
      <dgm:prSet/>
      <dgm:spPr/>
      <dgm:t>
        <a:bodyPr/>
        <a:lstStyle/>
        <a:p>
          <a:r>
            <a:rPr lang="en-US"/>
            <a:t>Training Accuracy and Testing Accuracy compared.</a:t>
          </a:r>
        </a:p>
      </dgm:t>
    </dgm:pt>
    <dgm:pt modelId="{2FDF14F4-DD8D-4002-85A0-CD8B4F82B3BD}" type="parTrans" cxnId="{3C6F8078-00E7-4B74-BDC2-94A80431F96C}">
      <dgm:prSet/>
      <dgm:spPr/>
      <dgm:t>
        <a:bodyPr/>
        <a:lstStyle/>
        <a:p>
          <a:endParaRPr lang="en-US"/>
        </a:p>
      </dgm:t>
    </dgm:pt>
    <dgm:pt modelId="{C18C6DE6-4EF7-49E8-B89F-B7ABC5EF0005}" type="sibTrans" cxnId="{3C6F8078-00E7-4B74-BDC2-94A80431F96C}">
      <dgm:prSet/>
      <dgm:spPr/>
      <dgm:t>
        <a:bodyPr/>
        <a:lstStyle/>
        <a:p>
          <a:endParaRPr lang="en-US"/>
        </a:p>
      </dgm:t>
    </dgm:pt>
    <dgm:pt modelId="{C06FF1D6-3620-4D86-9F2C-6CA548C66FB7}">
      <dgm:prSet/>
      <dgm:spPr/>
      <dgm:t>
        <a:bodyPr/>
        <a:lstStyle/>
        <a:p>
          <a:r>
            <a:rPr lang="en-US"/>
            <a:t>Kernel comparison analysis performed.</a:t>
          </a:r>
        </a:p>
      </dgm:t>
    </dgm:pt>
    <dgm:pt modelId="{4473625C-1A92-4212-A5DA-2F0A51AC6409}" type="parTrans" cxnId="{50006E91-AA1C-4662-BD56-149F71644847}">
      <dgm:prSet/>
      <dgm:spPr/>
      <dgm:t>
        <a:bodyPr/>
        <a:lstStyle/>
        <a:p>
          <a:endParaRPr lang="en-US"/>
        </a:p>
      </dgm:t>
    </dgm:pt>
    <dgm:pt modelId="{FAF4E3A2-DB7A-4FDF-AC88-8330F079734D}" type="sibTrans" cxnId="{50006E91-AA1C-4662-BD56-149F71644847}">
      <dgm:prSet/>
      <dgm:spPr/>
      <dgm:t>
        <a:bodyPr/>
        <a:lstStyle/>
        <a:p>
          <a:endParaRPr lang="en-US"/>
        </a:p>
      </dgm:t>
    </dgm:pt>
    <dgm:pt modelId="{15248C06-03C2-45FE-A24A-EE1F2E997876}">
      <dgm:prSet/>
      <dgm:spPr/>
      <dgm:t>
        <a:bodyPr/>
        <a:lstStyle/>
        <a:p>
          <a:r>
            <a:rPr lang="en-US"/>
            <a:t>Best kernel selected based on performance.</a:t>
          </a:r>
        </a:p>
      </dgm:t>
    </dgm:pt>
    <dgm:pt modelId="{42F7A8EC-7F09-4C07-8706-8E858C261A72}" type="parTrans" cxnId="{7FF9514D-B54C-4EF1-95FA-977E6943D102}">
      <dgm:prSet/>
      <dgm:spPr/>
      <dgm:t>
        <a:bodyPr/>
        <a:lstStyle/>
        <a:p>
          <a:endParaRPr lang="en-US"/>
        </a:p>
      </dgm:t>
    </dgm:pt>
    <dgm:pt modelId="{A0E61C9B-BC55-4F1C-A998-8EB49A850C01}" type="sibTrans" cxnId="{7FF9514D-B54C-4EF1-95FA-977E6943D102}">
      <dgm:prSet/>
      <dgm:spPr/>
      <dgm:t>
        <a:bodyPr/>
        <a:lstStyle/>
        <a:p>
          <a:endParaRPr lang="en-US"/>
        </a:p>
      </dgm:t>
    </dgm:pt>
    <dgm:pt modelId="{9A558C53-CE1F-4224-9A42-2CEBFB126FFE}">
      <dgm:prSet/>
      <dgm:spPr/>
      <dgm:t>
        <a:bodyPr/>
        <a:lstStyle/>
        <a:p>
          <a:r>
            <a:rPr lang="en-US"/>
            <a:t>Model shows strong generalization ability.</a:t>
          </a:r>
        </a:p>
      </dgm:t>
    </dgm:pt>
    <dgm:pt modelId="{357460E6-4092-4AF9-9670-97E7B5CCE07C}" type="parTrans" cxnId="{9D6DF401-D495-452A-AF17-B34816AE7FF3}">
      <dgm:prSet/>
      <dgm:spPr/>
      <dgm:t>
        <a:bodyPr/>
        <a:lstStyle/>
        <a:p>
          <a:endParaRPr lang="en-US"/>
        </a:p>
      </dgm:t>
    </dgm:pt>
    <dgm:pt modelId="{FA084DDC-2474-48D8-B50C-CF54F3C5A45B}" type="sibTrans" cxnId="{9D6DF401-D495-452A-AF17-B34816AE7FF3}">
      <dgm:prSet/>
      <dgm:spPr/>
      <dgm:t>
        <a:bodyPr/>
        <a:lstStyle/>
        <a:p>
          <a:endParaRPr lang="en-US"/>
        </a:p>
      </dgm:t>
    </dgm:pt>
    <dgm:pt modelId="{39BE20BA-18A3-4D0F-A055-86573B239524}" type="pres">
      <dgm:prSet presAssocID="{7542ED20-367F-4074-97BC-7D12798B00DC}" presName="outerComposite" presStyleCnt="0">
        <dgm:presLayoutVars>
          <dgm:chMax val="5"/>
          <dgm:dir/>
          <dgm:resizeHandles val="exact"/>
        </dgm:presLayoutVars>
      </dgm:prSet>
      <dgm:spPr/>
    </dgm:pt>
    <dgm:pt modelId="{7B7C4ED5-95BD-4A6D-B474-625BAED2CF73}" type="pres">
      <dgm:prSet presAssocID="{7542ED20-367F-4074-97BC-7D12798B00DC}" presName="dummyMaxCanvas" presStyleCnt="0">
        <dgm:presLayoutVars/>
      </dgm:prSet>
      <dgm:spPr/>
    </dgm:pt>
    <dgm:pt modelId="{6E375349-DE22-4FED-94E2-25EC25156FEE}" type="pres">
      <dgm:prSet presAssocID="{7542ED20-367F-4074-97BC-7D12798B00DC}" presName="FourNodes_1" presStyleLbl="node1" presStyleIdx="0" presStyleCnt="4">
        <dgm:presLayoutVars>
          <dgm:bulletEnabled val="1"/>
        </dgm:presLayoutVars>
      </dgm:prSet>
      <dgm:spPr/>
    </dgm:pt>
    <dgm:pt modelId="{6B138C3A-C080-4B14-BFDA-13624EE6ECF8}" type="pres">
      <dgm:prSet presAssocID="{7542ED20-367F-4074-97BC-7D12798B00DC}" presName="FourNodes_2" presStyleLbl="node1" presStyleIdx="1" presStyleCnt="4">
        <dgm:presLayoutVars>
          <dgm:bulletEnabled val="1"/>
        </dgm:presLayoutVars>
      </dgm:prSet>
      <dgm:spPr/>
    </dgm:pt>
    <dgm:pt modelId="{AE61288D-BBE8-4B64-A425-D7C2493348FA}" type="pres">
      <dgm:prSet presAssocID="{7542ED20-367F-4074-97BC-7D12798B00DC}" presName="FourNodes_3" presStyleLbl="node1" presStyleIdx="2" presStyleCnt="4">
        <dgm:presLayoutVars>
          <dgm:bulletEnabled val="1"/>
        </dgm:presLayoutVars>
      </dgm:prSet>
      <dgm:spPr/>
    </dgm:pt>
    <dgm:pt modelId="{AEA8971D-271A-42DA-A1A8-9194B0750C1F}" type="pres">
      <dgm:prSet presAssocID="{7542ED20-367F-4074-97BC-7D12798B00DC}" presName="FourNodes_4" presStyleLbl="node1" presStyleIdx="3" presStyleCnt="4">
        <dgm:presLayoutVars>
          <dgm:bulletEnabled val="1"/>
        </dgm:presLayoutVars>
      </dgm:prSet>
      <dgm:spPr/>
    </dgm:pt>
    <dgm:pt modelId="{40080E2D-5132-4FC3-B07D-C998D4175BFA}" type="pres">
      <dgm:prSet presAssocID="{7542ED20-367F-4074-97BC-7D12798B00DC}" presName="FourConn_1-2" presStyleLbl="fgAccFollowNode1" presStyleIdx="0" presStyleCnt="3">
        <dgm:presLayoutVars>
          <dgm:bulletEnabled val="1"/>
        </dgm:presLayoutVars>
      </dgm:prSet>
      <dgm:spPr/>
    </dgm:pt>
    <dgm:pt modelId="{71D657D0-125A-4872-8C5A-228EDF57C1BE}" type="pres">
      <dgm:prSet presAssocID="{7542ED20-367F-4074-97BC-7D12798B00DC}" presName="FourConn_2-3" presStyleLbl="fgAccFollowNode1" presStyleIdx="1" presStyleCnt="3">
        <dgm:presLayoutVars>
          <dgm:bulletEnabled val="1"/>
        </dgm:presLayoutVars>
      </dgm:prSet>
      <dgm:spPr/>
    </dgm:pt>
    <dgm:pt modelId="{B59ADD56-0F7C-4E76-987D-0A67031AD134}" type="pres">
      <dgm:prSet presAssocID="{7542ED20-367F-4074-97BC-7D12798B00DC}" presName="FourConn_3-4" presStyleLbl="fgAccFollowNode1" presStyleIdx="2" presStyleCnt="3">
        <dgm:presLayoutVars>
          <dgm:bulletEnabled val="1"/>
        </dgm:presLayoutVars>
      </dgm:prSet>
      <dgm:spPr/>
    </dgm:pt>
    <dgm:pt modelId="{8699F5E5-E3B9-49A2-8ECD-CEBE8056BFDF}" type="pres">
      <dgm:prSet presAssocID="{7542ED20-367F-4074-97BC-7D12798B00DC}" presName="FourNodes_1_text" presStyleLbl="node1" presStyleIdx="3" presStyleCnt="4">
        <dgm:presLayoutVars>
          <dgm:bulletEnabled val="1"/>
        </dgm:presLayoutVars>
      </dgm:prSet>
      <dgm:spPr/>
    </dgm:pt>
    <dgm:pt modelId="{BB4F51E5-8319-40A8-B155-ED29F6512DCB}" type="pres">
      <dgm:prSet presAssocID="{7542ED20-367F-4074-97BC-7D12798B00DC}" presName="FourNodes_2_text" presStyleLbl="node1" presStyleIdx="3" presStyleCnt="4">
        <dgm:presLayoutVars>
          <dgm:bulletEnabled val="1"/>
        </dgm:presLayoutVars>
      </dgm:prSet>
      <dgm:spPr/>
    </dgm:pt>
    <dgm:pt modelId="{0271FB9E-D074-4D33-AC71-B751440F64A6}" type="pres">
      <dgm:prSet presAssocID="{7542ED20-367F-4074-97BC-7D12798B00DC}" presName="FourNodes_3_text" presStyleLbl="node1" presStyleIdx="3" presStyleCnt="4">
        <dgm:presLayoutVars>
          <dgm:bulletEnabled val="1"/>
        </dgm:presLayoutVars>
      </dgm:prSet>
      <dgm:spPr/>
    </dgm:pt>
    <dgm:pt modelId="{305EA911-1E3D-4B89-97A7-897213D23CAD}" type="pres">
      <dgm:prSet presAssocID="{7542ED20-367F-4074-97BC-7D12798B00DC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9D6DF401-D495-452A-AF17-B34816AE7FF3}" srcId="{7542ED20-367F-4074-97BC-7D12798B00DC}" destId="{9A558C53-CE1F-4224-9A42-2CEBFB126FFE}" srcOrd="3" destOrd="0" parTransId="{357460E6-4092-4AF9-9670-97E7B5CCE07C}" sibTransId="{FA084DDC-2474-48D8-B50C-CF54F3C5A45B}"/>
    <dgm:cxn modelId="{49C3BC0A-C068-4718-B955-3387ACF1B5E9}" type="presOf" srcId="{FAF4E3A2-DB7A-4FDF-AC88-8330F079734D}" destId="{71D657D0-125A-4872-8C5A-228EDF57C1BE}" srcOrd="0" destOrd="0" presId="urn:microsoft.com/office/officeart/2005/8/layout/vProcess5"/>
    <dgm:cxn modelId="{E98F9A0E-F6B6-4C3B-B6C3-151F4776E63F}" type="presOf" srcId="{A0586B57-7647-465B-ACA1-1A93BB39B338}" destId="{6E375349-DE22-4FED-94E2-25EC25156FEE}" srcOrd="0" destOrd="0" presId="urn:microsoft.com/office/officeart/2005/8/layout/vProcess5"/>
    <dgm:cxn modelId="{1311603C-DA4C-4480-AFE5-833D20E6F570}" type="presOf" srcId="{A0586B57-7647-465B-ACA1-1A93BB39B338}" destId="{8699F5E5-E3B9-49A2-8ECD-CEBE8056BFDF}" srcOrd="1" destOrd="0" presId="urn:microsoft.com/office/officeart/2005/8/layout/vProcess5"/>
    <dgm:cxn modelId="{865F1763-1E23-4C84-8ADE-831C6D615510}" type="presOf" srcId="{C06FF1D6-3620-4D86-9F2C-6CA548C66FB7}" destId="{BB4F51E5-8319-40A8-B155-ED29F6512DCB}" srcOrd="1" destOrd="0" presId="urn:microsoft.com/office/officeart/2005/8/layout/vProcess5"/>
    <dgm:cxn modelId="{B7685243-42C8-48A2-A4DB-0410743070BE}" type="presOf" srcId="{15248C06-03C2-45FE-A24A-EE1F2E997876}" destId="{AE61288D-BBE8-4B64-A425-D7C2493348FA}" srcOrd="0" destOrd="0" presId="urn:microsoft.com/office/officeart/2005/8/layout/vProcess5"/>
    <dgm:cxn modelId="{7FF9514D-B54C-4EF1-95FA-977E6943D102}" srcId="{7542ED20-367F-4074-97BC-7D12798B00DC}" destId="{15248C06-03C2-45FE-A24A-EE1F2E997876}" srcOrd="2" destOrd="0" parTransId="{42F7A8EC-7F09-4C07-8706-8E858C261A72}" sibTransId="{A0E61C9B-BC55-4F1C-A998-8EB49A850C01}"/>
    <dgm:cxn modelId="{5E02A84F-0CF1-490C-8446-39F8BE599203}" type="presOf" srcId="{C06FF1D6-3620-4D86-9F2C-6CA548C66FB7}" destId="{6B138C3A-C080-4B14-BFDA-13624EE6ECF8}" srcOrd="0" destOrd="0" presId="urn:microsoft.com/office/officeart/2005/8/layout/vProcess5"/>
    <dgm:cxn modelId="{3C6F8078-00E7-4B74-BDC2-94A80431F96C}" srcId="{7542ED20-367F-4074-97BC-7D12798B00DC}" destId="{A0586B57-7647-465B-ACA1-1A93BB39B338}" srcOrd="0" destOrd="0" parTransId="{2FDF14F4-DD8D-4002-85A0-CD8B4F82B3BD}" sibTransId="{C18C6DE6-4EF7-49E8-B89F-B7ABC5EF0005}"/>
    <dgm:cxn modelId="{C789A87F-AED6-4686-AFF2-16F37BED692E}" type="presOf" srcId="{A0E61C9B-BC55-4F1C-A998-8EB49A850C01}" destId="{B59ADD56-0F7C-4E76-987D-0A67031AD134}" srcOrd="0" destOrd="0" presId="urn:microsoft.com/office/officeart/2005/8/layout/vProcess5"/>
    <dgm:cxn modelId="{51B82481-F869-431C-A104-6B6E97BB0F14}" type="presOf" srcId="{9A558C53-CE1F-4224-9A42-2CEBFB126FFE}" destId="{AEA8971D-271A-42DA-A1A8-9194B0750C1F}" srcOrd="0" destOrd="0" presId="urn:microsoft.com/office/officeart/2005/8/layout/vProcess5"/>
    <dgm:cxn modelId="{2AED378E-5658-4F81-BFC4-9CFBBFC085BB}" type="presOf" srcId="{15248C06-03C2-45FE-A24A-EE1F2E997876}" destId="{0271FB9E-D074-4D33-AC71-B751440F64A6}" srcOrd="1" destOrd="0" presId="urn:microsoft.com/office/officeart/2005/8/layout/vProcess5"/>
    <dgm:cxn modelId="{50006E91-AA1C-4662-BD56-149F71644847}" srcId="{7542ED20-367F-4074-97BC-7D12798B00DC}" destId="{C06FF1D6-3620-4D86-9F2C-6CA548C66FB7}" srcOrd="1" destOrd="0" parTransId="{4473625C-1A92-4212-A5DA-2F0A51AC6409}" sibTransId="{FAF4E3A2-DB7A-4FDF-AC88-8330F079734D}"/>
    <dgm:cxn modelId="{62355193-01ED-4955-8D5D-E01B57B3703E}" type="presOf" srcId="{9A558C53-CE1F-4224-9A42-2CEBFB126FFE}" destId="{305EA911-1E3D-4B89-97A7-897213D23CAD}" srcOrd="1" destOrd="0" presId="urn:microsoft.com/office/officeart/2005/8/layout/vProcess5"/>
    <dgm:cxn modelId="{CD5ED49F-C57B-4D47-9F86-2169699B8C58}" type="presOf" srcId="{C18C6DE6-4EF7-49E8-B89F-B7ABC5EF0005}" destId="{40080E2D-5132-4FC3-B07D-C998D4175BFA}" srcOrd="0" destOrd="0" presId="urn:microsoft.com/office/officeart/2005/8/layout/vProcess5"/>
    <dgm:cxn modelId="{55F04BD5-7076-4D61-95F8-6652DBCEF207}" type="presOf" srcId="{7542ED20-367F-4074-97BC-7D12798B00DC}" destId="{39BE20BA-18A3-4D0F-A055-86573B239524}" srcOrd="0" destOrd="0" presId="urn:microsoft.com/office/officeart/2005/8/layout/vProcess5"/>
    <dgm:cxn modelId="{38B70798-338B-4420-A399-701E2CF136FF}" type="presParOf" srcId="{39BE20BA-18A3-4D0F-A055-86573B239524}" destId="{7B7C4ED5-95BD-4A6D-B474-625BAED2CF73}" srcOrd="0" destOrd="0" presId="urn:microsoft.com/office/officeart/2005/8/layout/vProcess5"/>
    <dgm:cxn modelId="{A5B44682-BCA6-443D-A288-C74BAD79D79A}" type="presParOf" srcId="{39BE20BA-18A3-4D0F-A055-86573B239524}" destId="{6E375349-DE22-4FED-94E2-25EC25156FEE}" srcOrd="1" destOrd="0" presId="urn:microsoft.com/office/officeart/2005/8/layout/vProcess5"/>
    <dgm:cxn modelId="{9A070A60-FAE5-474B-94C5-FF633BBE462B}" type="presParOf" srcId="{39BE20BA-18A3-4D0F-A055-86573B239524}" destId="{6B138C3A-C080-4B14-BFDA-13624EE6ECF8}" srcOrd="2" destOrd="0" presId="urn:microsoft.com/office/officeart/2005/8/layout/vProcess5"/>
    <dgm:cxn modelId="{2423F29C-6E5C-4CDD-8487-1C034FFB705A}" type="presParOf" srcId="{39BE20BA-18A3-4D0F-A055-86573B239524}" destId="{AE61288D-BBE8-4B64-A425-D7C2493348FA}" srcOrd="3" destOrd="0" presId="urn:microsoft.com/office/officeart/2005/8/layout/vProcess5"/>
    <dgm:cxn modelId="{1085C6CF-9D5E-4802-AFC0-66DF6D0E5D87}" type="presParOf" srcId="{39BE20BA-18A3-4D0F-A055-86573B239524}" destId="{AEA8971D-271A-42DA-A1A8-9194B0750C1F}" srcOrd="4" destOrd="0" presId="urn:microsoft.com/office/officeart/2005/8/layout/vProcess5"/>
    <dgm:cxn modelId="{67F50C54-F2C6-425C-A204-8E1C6A884596}" type="presParOf" srcId="{39BE20BA-18A3-4D0F-A055-86573B239524}" destId="{40080E2D-5132-4FC3-B07D-C998D4175BFA}" srcOrd="5" destOrd="0" presId="urn:microsoft.com/office/officeart/2005/8/layout/vProcess5"/>
    <dgm:cxn modelId="{69613FBE-8934-4426-8A44-024428711D19}" type="presParOf" srcId="{39BE20BA-18A3-4D0F-A055-86573B239524}" destId="{71D657D0-125A-4872-8C5A-228EDF57C1BE}" srcOrd="6" destOrd="0" presId="urn:microsoft.com/office/officeart/2005/8/layout/vProcess5"/>
    <dgm:cxn modelId="{C2B07E7F-FAB3-41DB-923F-9DDEB4EAA0C8}" type="presParOf" srcId="{39BE20BA-18A3-4D0F-A055-86573B239524}" destId="{B59ADD56-0F7C-4E76-987D-0A67031AD134}" srcOrd="7" destOrd="0" presId="urn:microsoft.com/office/officeart/2005/8/layout/vProcess5"/>
    <dgm:cxn modelId="{82CD01CA-98BD-4AB9-BC75-1204A32E5BB3}" type="presParOf" srcId="{39BE20BA-18A3-4D0F-A055-86573B239524}" destId="{8699F5E5-E3B9-49A2-8ECD-CEBE8056BFDF}" srcOrd="8" destOrd="0" presId="urn:microsoft.com/office/officeart/2005/8/layout/vProcess5"/>
    <dgm:cxn modelId="{34D0A1E7-0B09-40E0-AB7B-32ADFA7D1652}" type="presParOf" srcId="{39BE20BA-18A3-4D0F-A055-86573B239524}" destId="{BB4F51E5-8319-40A8-B155-ED29F6512DCB}" srcOrd="9" destOrd="0" presId="urn:microsoft.com/office/officeart/2005/8/layout/vProcess5"/>
    <dgm:cxn modelId="{34BED52A-2700-4E45-A064-9EA8AA7ADD0A}" type="presParOf" srcId="{39BE20BA-18A3-4D0F-A055-86573B239524}" destId="{0271FB9E-D074-4D33-AC71-B751440F64A6}" srcOrd="10" destOrd="0" presId="urn:microsoft.com/office/officeart/2005/8/layout/vProcess5"/>
    <dgm:cxn modelId="{B48F597D-D119-4915-BAD4-466EE8E99229}" type="presParOf" srcId="{39BE20BA-18A3-4D0F-A055-86573B239524}" destId="{305EA911-1E3D-4B89-97A7-897213D23CAD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F77E8DE-C441-4057-BF84-7396307492FC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E62FBEBF-08E7-4DDF-BCA4-284B57F14283}">
      <dgm:prSet/>
      <dgm:spPr/>
      <dgm:t>
        <a:bodyPr/>
        <a:lstStyle/>
        <a:p>
          <a:r>
            <a:rPr lang="en-US"/>
            <a:t>SVM is a powerful supervised learning algorithm.</a:t>
          </a:r>
        </a:p>
      </dgm:t>
    </dgm:pt>
    <dgm:pt modelId="{FE29F9FE-75BB-4EF0-BFDC-FB9793D4A802}" type="parTrans" cxnId="{F006D3FA-A069-4A5A-B604-E955BFEA2EC1}">
      <dgm:prSet/>
      <dgm:spPr/>
      <dgm:t>
        <a:bodyPr/>
        <a:lstStyle/>
        <a:p>
          <a:endParaRPr lang="en-US"/>
        </a:p>
      </dgm:t>
    </dgm:pt>
    <dgm:pt modelId="{4978CF99-FFF3-49FD-9831-7BCFCF9D2808}" type="sibTrans" cxnId="{F006D3FA-A069-4A5A-B604-E955BFEA2EC1}">
      <dgm:prSet/>
      <dgm:spPr/>
      <dgm:t>
        <a:bodyPr/>
        <a:lstStyle/>
        <a:p>
          <a:endParaRPr lang="en-US"/>
        </a:p>
      </dgm:t>
    </dgm:pt>
    <dgm:pt modelId="{27556DAF-32F8-4349-A7F7-4A8C44CE8467}">
      <dgm:prSet/>
      <dgm:spPr/>
      <dgm:t>
        <a:bodyPr/>
        <a:lstStyle/>
        <a:p>
          <a:r>
            <a:rPr lang="en-US"/>
            <a:t>Works well for classification problems.</a:t>
          </a:r>
        </a:p>
      </dgm:t>
    </dgm:pt>
    <dgm:pt modelId="{C07E9D8C-1BBA-4F6C-9E8A-2EC5D03040ED}" type="parTrans" cxnId="{31FC99D3-1965-4EA0-90F2-D2DBFA1D9281}">
      <dgm:prSet/>
      <dgm:spPr/>
      <dgm:t>
        <a:bodyPr/>
        <a:lstStyle/>
        <a:p>
          <a:endParaRPr lang="en-US"/>
        </a:p>
      </dgm:t>
    </dgm:pt>
    <dgm:pt modelId="{450C451D-7F05-4714-AC69-D7139A355EEA}" type="sibTrans" cxnId="{31FC99D3-1965-4EA0-90F2-D2DBFA1D9281}">
      <dgm:prSet/>
      <dgm:spPr/>
      <dgm:t>
        <a:bodyPr/>
        <a:lstStyle/>
        <a:p>
          <a:endParaRPr lang="en-US"/>
        </a:p>
      </dgm:t>
    </dgm:pt>
    <dgm:pt modelId="{52ED5C14-FA1E-4183-9028-0CE535DC59F7}">
      <dgm:prSet/>
      <dgm:spPr/>
      <dgm:t>
        <a:bodyPr/>
        <a:lstStyle/>
        <a:p>
          <a:r>
            <a:rPr lang="en-US"/>
            <a:t>Kernel trick makes it flexible.</a:t>
          </a:r>
        </a:p>
      </dgm:t>
    </dgm:pt>
    <dgm:pt modelId="{D5061E32-260D-4541-8EA6-FB0DFDE46CDF}" type="parTrans" cxnId="{A85995A4-47DF-4D17-A9BC-7E7F6B74A170}">
      <dgm:prSet/>
      <dgm:spPr/>
      <dgm:t>
        <a:bodyPr/>
        <a:lstStyle/>
        <a:p>
          <a:endParaRPr lang="en-US"/>
        </a:p>
      </dgm:t>
    </dgm:pt>
    <dgm:pt modelId="{C78CFE67-D887-4579-88F7-91C727D30EAB}" type="sibTrans" cxnId="{A85995A4-47DF-4D17-A9BC-7E7F6B74A170}">
      <dgm:prSet/>
      <dgm:spPr/>
      <dgm:t>
        <a:bodyPr/>
        <a:lstStyle/>
        <a:p>
          <a:endParaRPr lang="en-US"/>
        </a:p>
      </dgm:t>
    </dgm:pt>
    <dgm:pt modelId="{14096847-FFD6-4173-B1DC-78A7057AACA2}">
      <dgm:prSet/>
      <dgm:spPr/>
      <dgm:t>
        <a:bodyPr/>
        <a:lstStyle/>
        <a:p>
          <a:r>
            <a:rPr lang="en-US"/>
            <a:t>Provides strong performance with proper tuning.</a:t>
          </a:r>
        </a:p>
      </dgm:t>
    </dgm:pt>
    <dgm:pt modelId="{0CEA6A05-4159-4C39-93A3-7353781B08A7}" type="parTrans" cxnId="{E8D55475-2A8E-415F-8F4F-BCD13305D862}">
      <dgm:prSet/>
      <dgm:spPr/>
      <dgm:t>
        <a:bodyPr/>
        <a:lstStyle/>
        <a:p>
          <a:endParaRPr lang="en-US"/>
        </a:p>
      </dgm:t>
    </dgm:pt>
    <dgm:pt modelId="{A57926DB-D327-4A9B-ACE7-9AC1FB0282AF}" type="sibTrans" cxnId="{E8D55475-2A8E-415F-8F4F-BCD13305D862}">
      <dgm:prSet/>
      <dgm:spPr/>
      <dgm:t>
        <a:bodyPr/>
        <a:lstStyle/>
        <a:p>
          <a:endParaRPr lang="en-US"/>
        </a:p>
      </dgm:t>
    </dgm:pt>
    <dgm:pt modelId="{A0930EDE-C0AB-4B5F-BC86-D08254CC8EE1}" type="pres">
      <dgm:prSet presAssocID="{1F77E8DE-C441-4057-BF84-7396307492FC}" presName="linear" presStyleCnt="0">
        <dgm:presLayoutVars>
          <dgm:animLvl val="lvl"/>
          <dgm:resizeHandles val="exact"/>
        </dgm:presLayoutVars>
      </dgm:prSet>
      <dgm:spPr/>
    </dgm:pt>
    <dgm:pt modelId="{BF0CA9A2-4D9C-4E62-8C2E-FEBADECEDB52}" type="pres">
      <dgm:prSet presAssocID="{E62FBEBF-08E7-4DDF-BCA4-284B57F1428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FEFF2C3-BE17-40D5-9CF2-591953F795F0}" type="pres">
      <dgm:prSet presAssocID="{4978CF99-FFF3-49FD-9831-7BCFCF9D2808}" presName="spacer" presStyleCnt="0"/>
      <dgm:spPr/>
    </dgm:pt>
    <dgm:pt modelId="{75209A08-9687-4A7E-AA59-F5B9B60E98A7}" type="pres">
      <dgm:prSet presAssocID="{27556DAF-32F8-4349-A7F7-4A8C44CE846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C5C7F1C-C332-4290-B4D6-7E13CF8A58EC}" type="pres">
      <dgm:prSet presAssocID="{450C451D-7F05-4714-AC69-D7139A355EEA}" presName="spacer" presStyleCnt="0"/>
      <dgm:spPr/>
    </dgm:pt>
    <dgm:pt modelId="{6A488974-79A9-417B-A403-C7405B35CD7E}" type="pres">
      <dgm:prSet presAssocID="{52ED5C14-FA1E-4183-9028-0CE535DC59F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0C856DC-180D-4EE9-A081-F921F1FF0894}" type="pres">
      <dgm:prSet presAssocID="{C78CFE67-D887-4579-88F7-91C727D30EAB}" presName="spacer" presStyleCnt="0"/>
      <dgm:spPr/>
    </dgm:pt>
    <dgm:pt modelId="{39639372-9D64-4133-B697-8CEAD0ED2FD1}" type="pres">
      <dgm:prSet presAssocID="{14096847-FFD6-4173-B1DC-78A7057AACA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DFC665C-6F2F-4917-B22A-182B049BD741}" type="presOf" srcId="{1F77E8DE-C441-4057-BF84-7396307492FC}" destId="{A0930EDE-C0AB-4B5F-BC86-D08254CC8EE1}" srcOrd="0" destOrd="0" presId="urn:microsoft.com/office/officeart/2005/8/layout/vList2"/>
    <dgm:cxn modelId="{9A74175E-BDB4-4F58-868A-3F997BED774D}" type="presOf" srcId="{14096847-FFD6-4173-B1DC-78A7057AACA2}" destId="{39639372-9D64-4133-B697-8CEAD0ED2FD1}" srcOrd="0" destOrd="0" presId="urn:microsoft.com/office/officeart/2005/8/layout/vList2"/>
    <dgm:cxn modelId="{69F4505F-A9A9-42F9-ADD6-2AE69D704B10}" type="presOf" srcId="{27556DAF-32F8-4349-A7F7-4A8C44CE8467}" destId="{75209A08-9687-4A7E-AA59-F5B9B60E98A7}" srcOrd="0" destOrd="0" presId="urn:microsoft.com/office/officeart/2005/8/layout/vList2"/>
    <dgm:cxn modelId="{E8D55475-2A8E-415F-8F4F-BCD13305D862}" srcId="{1F77E8DE-C441-4057-BF84-7396307492FC}" destId="{14096847-FFD6-4173-B1DC-78A7057AACA2}" srcOrd="3" destOrd="0" parTransId="{0CEA6A05-4159-4C39-93A3-7353781B08A7}" sibTransId="{A57926DB-D327-4A9B-ACE7-9AC1FB0282AF}"/>
    <dgm:cxn modelId="{A85995A4-47DF-4D17-A9BC-7E7F6B74A170}" srcId="{1F77E8DE-C441-4057-BF84-7396307492FC}" destId="{52ED5C14-FA1E-4183-9028-0CE535DC59F7}" srcOrd="2" destOrd="0" parTransId="{D5061E32-260D-4541-8EA6-FB0DFDE46CDF}" sibTransId="{C78CFE67-D887-4579-88F7-91C727D30EAB}"/>
    <dgm:cxn modelId="{B27B1BB3-EBC4-49AF-8212-D4EAE30CE81F}" type="presOf" srcId="{52ED5C14-FA1E-4183-9028-0CE535DC59F7}" destId="{6A488974-79A9-417B-A403-C7405B35CD7E}" srcOrd="0" destOrd="0" presId="urn:microsoft.com/office/officeart/2005/8/layout/vList2"/>
    <dgm:cxn modelId="{31FC99D3-1965-4EA0-90F2-D2DBFA1D9281}" srcId="{1F77E8DE-C441-4057-BF84-7396307492FC}" destId="{27556DAF-32F8-4349-A7F7-4A8C44CE8467}" srcOrd="1" destOrd="0" parTransId="{C07E9D8C-1BBA-4F6C-9E8A-2EC5D03040ED}" sibTransId="{450C451D-7F05-4714-AC69-D7139A355EEA}"/>
    <dgm:cxn modelId="{1F2CB6D4-269F-47BB-8DFA-D66C054CB551}" type="presOf" srcId="{E62FBEBF-08E7-4DDF-BCA4-284B57F14283}" destId="{BF0CA9A2-4D9C-4E62-8C2E-FEBADECEDB52}" srcOrd="0" destOrd="0" presId="urn:microsoft.com/office/officeart/2005/8/layout/vList2"/>
    <dgm:cxn modelId="{F006D3FA-A069-4A5A-B604-E955BFEA2EC1}" srcId="{1F77E8DE-C441-4057-BF84-7396307492FC}" destId="{E62FBEBF-08E7-4DDF-BCA4-284B57F14283}" srcOrd="0" destOrd="0" parTransId="{FE29F9FE-75BB-4EF0-BFDC-FB9793D4A802}" sibTransId="{4978CF99-FFF3-49FD-9831-7BCFCF9D2808}"/>
    <dgm:cxn modelId="{BE91CD93-F390-4D59-A91E-E241FC6C91A1}" type="presParOf" srcId="{A0930EDE-C0AB-4B5F-BC86-D08254CC8EE1}" destId="{BF0CA9A2-4D9C-4E62-8C2E-FEBADECEDB52}" srcOrd="0" destOrd="0" presId="urn:microsoft.com/office/officeart/2005/8/layout/vList2"/>
    <dgm:cxn modelId="{C7E4F40B-78ED-4C54-97C9-BB34C8758D86}" type="presParOf" srcId="{A0930EDE-C0AB-4B5F-BC86-D08254CC8EE1}" destId="{AFEFF2C3-BE17-40D5-9CF2-591953F795F0}" srcOrd="1" destOrd="0" presId="urn:microsoft.com/office/officeart/2005/8/layout/vList2"/>
    <dgm:cxn modelId="{C4E4138D-2E77-424E-B553-8B1E21969107}" type="presParOf" srcId="{A0930EDE-C0AB-4B5F-BC86-D08254CC8EE1}" destId="{75209A08-9687-4A7E-AA59-F5B9B60E98A7}" srcOrd="2" destOrd="0" presId="urn:microsoft.com/office/officeart/2005/8/layout/vList2"/>
    <dgm:cxn modelId="{19084925-3216-4FF7-932D-B798B320E5AE}" type="presParOf" srcId="{A0930EDE-C0AB-4B5F-BC86-D08254CC8EE1}" destId="{9C5C7F1C-C332-4290-B4D6-7E13CF8A58EC}" srcOrd="3" destOrd="0" presId="urn:microsoft.com/office/officeart/2005/8/layout/vList2"/>
    <dgm:cxn modelId="{D5D722C9-4D44-4C7F-B00B-D72ADB51E000}" type="presParOf" srcId="{A0930EDE-C0AB-4B5F-BC86-D08254CC8EE1}" destId="{6A488974-79A9-417B-A403-C7405B35CD7E}" srcOrd="4" destOrd="0" presId="urn:microsoft.com/office/officeart/2005/8/layout/vList2"/>
    <dgm:cxn modelId="{B7B029CF-5ED9-4738-87A7-E36C8D1D9E60}" type="presParOf" srcId="{A0930EDE-C0AB-4B5F-BC86-D08254CC8EE1}" destId="{30C856DC-180D-4EE9-A081-F921F1FF0894}" srcOrd="5" destOrd="0" presId="urn:microsoft.com/office/officeart/2005/8/layout/vList2"/>
    <dgm:cxn modelId="{323AD303-474C-4FA7-81CA-354848180725}" type="presParOf" srcId="{A0930EDE-C0AB-4B5F-BC86-D08254CC8EE1}" destId="{39639372-9D64-4133-B697-8CEAD0ED2FD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E7AA8B0A-E7FC-4015-BB7A-4EA98ACCE699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2CB36A88-C0A3-4C93-8849-426C09C18FD1}">
      <dgm:prSet/>
      <dgm:spPr/>
      <dgm:t>
        <a:bodyPr/>
        <a:lstStyle/>
        <a:p>
          <a:pPr>
            <a:defRPr cap="all"/>
          </a:pPr>
          <a:r>
            <a:rPr lang="en-US"/>
            <a:t>Thanks to my mentors and learning resources.</a:t>
          </a:r>
        </a:p>
      </dgm:t>
    </dgm:pt>
    <dgm:pt modelId="{D0FDC9DF-EA78-49F5-96C5-F3D974708B43}" type="parTrans" cxnId="{E7F01820-EB07-4E89-8F62-9D79148439F6}">
      <dgm:prSet/>
      <dgm:spPr/>
      <dgm:t>
        <a:bodyPr/>
        <a:lstStyle/>
        <a:p>
          <a:endParaRPr lang="en-US"/>
        </a:p>
      </dgm:t>
    </dgm:pt>
    <dgm:pt modelId="{3FCD9458-2F31-4095-B7C2-35C187849D9C}" type="sibTrans" cxnId="{E7F01820-EB07-4E89-8F62-9D79148439F6}">
      <dgm:prSet/>
      <dgm:spPr/>
      <dgm:t>
        <a:bodyPr/>
        <a:lstStyle/>
        <a:p>
          <a:endParaRPr lang="en-US"/>
        </a:p>
      </dgm:t>
    </dgm:pt>
    <dgm:pt modelId="{BB9ACF00-8306-420E-9C25-8AE3F0144665}">
      <dgm:prSet/>
      <dgm:spPr/>
      <dgm:t>
        <a:bodyPr/>
        <a:lstStyle/>
        <a:p>
          <a:pPr>
            <a:defRPr cap="all"/>
          </a:pPr>
          <a:r>
            <a:rPr lang="en-US"/>
            <a:t>Special thanks to open-source libraries like Scikit-learn.</a:t>
          </a:r>
        </a:p>
      </dgm:t>
    </dgm:pt>
    <dgm:pt modelId="{9294CA69-B36C-4B36-A43E-517B9F5EA556}" type="parTrans" cxnId="{A7F7F8B2-935D-4AB6-86C2-376A50976D31}">
      <dgm:prSet/>
      <dgm:spPr/>
      <dgm:t>
        <a:bodyPr/>
        <a:lstStyle/>
        <a:p>
          <a:endParaRPr lang="en-US"/>
        </a:p>
      </dgm:t>
    </dgm:pt>
    <dgm:pt modelId="{4FECCD21-2B58-4335-94D0-C59229A5BF65}" type="sibTrans" cxnId="{A7F7F8B2-935D-4AB6-86C2-376A50976D31}">
      <dgm:prSet/>
      <dgm:spPr/>
      <dgm:t>
        <a:bodyPr/>
        <a:lstStyle/>
        <a:p>
          <a:endParaRPr lang="en-US"/>
        </a:p>
      </dgm:t>
    </dgm:pt>
    <dgm:pt modelId="{37B30734-D42D-4C2E-987F-4C49F378BA67}">
      <dgm:prSet/>
      <dgm:spPr/>
      <dgm:t>
        <a:bodyPr/>
        <a:lstStyle/>
        <a:p>
          <a:pPr>
            <a:defRPr cap="all"/>
          </a:pPr>
          <a:r>
            <a:rPr lang="en-US"/>
            <a:t>Project completed as part of Machine Learning learning journey.</a:t>
          </a:r>
        </a:p>
      </dgm:t>
    </dgm:pt>
    <dgm:pt modelId="{04340147-ACE6-4D80-A0B0-B60DCFB3375B}" type="parTrans" cxnId="{CB3DE4D0-CC64-46D7-AD72-74D9339F8AFC}">
      <dgm:prSet/>
      <dgm:spPr/>
      <dgm:t>
        <a:bodyPr/>
        <a:lstStyle/>
        <a:p>
          <a:endParaRPr lang="en-US"/>
        </a:p>
      </dgm:t>
    </dgm:pt>
    <dgm:pt modelId="{4B376BD0-5151-4945-AFC9-E2F6B2811168}" type="sibTrans" cxnId="{CB3DE4D0-CC64-46D7-AD72-74D9339F8AFC}">
      <dgm:prSet/>
      <dgm:spPr/>
      <dgm:t>
        <a:bodyPr/>
        <a:lstStyle/>
        <a:p>
          <a:endParaRPr lang="en-US"/>
        </a:p>
      </dgm:t>
    </dgm:pt>
    <dgm:pt modelId="{A583009D-89F7-4061-A480-6907215DEB72}" type="pres">
      <dgm:prSet presAssocID="{E7AA8B0A-E7FC-4015-BB7A-4EA98ACCE699}" presName="root" presStyleCnt="0">
        <dgm:presLayoutVars>
          <dgm:dir/>
          <dgm:resizeHandles val="exact"/>
        </dgm:presLayoutVars>
      </dgm:prSet>
      <dgm:spPr/>
    </dgm:pt>
    <dgm:pt modelId="{A6ADC5E3-2235-4017-B9E2-7900BC78963E}" type="pres">
      <dgm:prSet presAssocID="{2CB36A88-C0A3-4C93-8849-426C09C18FD1}" presName="compNode" presStyleCnt="0"/>
      <dgm:spPr/>
    </dgm:pt>
    <dgm:pt modelId="{0D263C3F-4881-486E-AE71-25C9C3F78C94}" type="pres">
      <dgm:prSet presAssocID="{2CB36A88-C0A3-4C93-8849-426C09C18FD1}" presName="iconBgRect" presStyleLbl="bgShp" presStyleIdx="0" presStyleCnt="3"/>
      <dgm:spPr/>
    </dgm:pt>
    <dgm:pt modelId="{F21C9A27-40BC-4C3F-BD6C-19814ADA81F5}" type="pres">
      <dgm:prSet presAssocID="{2CB36A88-C0A3-4C93-8849-426C09C18FD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9A9C6E39-43F1-478F-9AB5-84D338A543A6}" type="pres">
      <dgm:prSet presAssocID="{2CB36A88-C0A3-4C93-8849-426C09C18FD1}" presName="spaceRect" presStyleCnt="0"/>
      <dgm:spPr/>
    </dgm:pt>
    <dgm:pt modelId="{43629C03-F8DE-4C77-AD41-84C1DE017C87}" type="pres">
      <dgm:prSet presAssocID="{2CB36A88-C0A3-4C93-8849-426C09C18FD1}" presName="textRect" presStyleLbl="revTx" presStyleIdx="0" presStyleCnt="3">
        <dgm:presLayoutVars>
          <dgm:chMax val="1"/>
          <dgm:chPref val="1"/>
        </dgm:presLayoutVars>
      </dgm:prSet>
      <dgm:spPr/>
    </dgm:pt>
    <dgm:pt modelId="{6E03659A-7D82-4F17-B81B-8AECD93084DF}" type="pres">
      <dgm:prSet presAssocID="{3FCD9458-2F31-4095-B7C2-35C187849D9C}" presName="sibTrans" presStyleCnt="0"/>
      <dgm:spPr/>
    </dgm:pt>
    <dgm:pt modelId="{6B0DD9B1-3F08-4068-9285-9CC5FDDF24AF}" type="pres">
      <dgm:prSet presAssocID="{BB9ACF00-8306-420E-9C25-8AE3F0144665}" presName="compNode" presStyleCnt="0"/>
      <dgm:spPr/>
    </dgm:pt>
    <dgm:pt modelId="{F3D3E326-48AE-4E28-95F7-BB42DF775150}" type="pres">
      <dgm:prSet presAssocID="{BB9ACF00-8306-420E-9C25-8AE3F0144665}" presName="iconBgRect" presStyleLbl="bgShp" presStyleIdx="1" presStyleCnt="3"/>
      <dgm:spPr/>
    </dgm:pt>
    <dgm:pt modelId="{6ED1AA1F-1EB8-4337-A97B-9E66441E719B}" type="pres">
      <dgm:prSet presAssocID="{BB9ACF00-8306-420E-9C25-8AE3F014466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78BAFC57-17FA-4D00-8D80-68400C77189E}" type="pres">
      <dgm:prSet presAssocID="{BB9ACF00-8306-420E-9C25-8AE3F0144665}" presName="spaceRect" presStyleCnt="0"/>
      <dgm:spPr/>
    </dgm:pt>
    <dgm:pt modelId="{F00C832C-C77C-46F3-A79A-8AB0883B0CA7}" type="pres">
      <dgm:prSet presAssocID="{BB9ACF00-8306-420E-9C25-8AE3F0144665}" presName="textRect" presStyleLbl="revTx" presStyleIdx="1" presStyleCnt="3">
        <dgm:presLayoutVars>
          <dgm:chMax val="1"/>
          <dgm:chPref val="1"/>
        </dgm:presLayoutVars>
      </dgm:prSet>
      <dgm:spPr/>
    </dgm:pt>
    <dgm:pt modelId="{AC50E534-C82C-444E-9E21-B37D300C1348}" type="pres">
      <dgm:prSet presAssocID="{4FECCD21-2B58-4335-94D0-C59229A5BF65}" presName="sibTrans" presStyleCnt="0"/>
      <dgm:spPr/>
    </dgm:pt>
    <dgm:pt modelId="{D9B22010-C159-46BD-9145-956E7FCF471F}" type="pres">
      <dgm:prSet presAssocID="{37B30734-D42D-4C2E-987F-4C49F378BA67}" presName="compNode" presStyleCnt="0"/>
      <dgm:spPr/>
    </dgm:pt>
    <dgm:pt modelId="{6AF941C0-43C5-4789-A091-F59B0D991F59}" type="pres">
      <dgm:prSet presAssocID="{37B30734-D42D-4C2E-987F-4C49F378BA67}" presName="iconBgRect" presStyleLbl="bgShp" presStyleIdx="2" presStyleCnt="3"/>
      <dgm:spPr/>
    </dgm:pt>
    <dgm:pt modelId="{A12C9FFF-924B-4AAF-92F1-B73A565A257B}" type="pres">
      <dgm:prSet presAssocID="{37B30734-D42D-4C2E-987F-4C49F378BA6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73817F36-95D6-42D9-AB8D-1D0668BD4803}" type="pres">
      <dgm:prSet presAssocID="{37B30734-D42D-4C2E-987F-4C49F378BA67}" presName="spaceRect" presStyleCnt="0"/>
      <dgm:spPr/>
    </dgm:pt>
    <dgm:pt modelId="{187140E0-659F-44F8-AF77-E70E566FA51E}" type="pres">
      <dgm:prSet presAssocID="{37B30734-D42D-4C2E-987F-4C49F378BA67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90C3006-3B0E-466F-91ED-4F5E2356A7B5}" type="presOf" srcId="{2CB36A88-C0A3-4C93-8849-426C09C18FD1}" destId="{43629C03-F8DE-4C77-AD41-84C1DE017C87}" srcOrd="0" destOrd="0" presId="urn:microsoft.com/office/officeart/2018/5/layout/IconCircleLabelList"/>
    <dgm:cxn modelId="{B38A081A-2586-48FF-8675-C76D4356D7BC}" type="presOf" srcId="{E7AA8B0A-E7FC-4015-BB7A-4EA98ACCE699}" destId="{A583009D-89F7-4061-A480-6907215DEB72}" srcOrd="0" destOrd="0" presId="urn:microsoft.com/office/officeart/2018/5/layout/IconCircleLabelList"/>
    <dgm:cxn modelId="{E7F01820-EB07-4E89-8F62-9D79148439F6}" srcId="{E7AA8B0A-E7FC-4015-BB7A-4EA98ACCE699}" destId="{2CB36A88-C0A3-4C93-8849-426C09C18FD1}" srcOrd="0" destOrd="0" parTransId="{D0FDC9DF-EA78-49F5-96C5-F3D974708B43}" sibTransId="{3FCD9458-2F31-4095-B7C2-35C187849D9C}"/>
    <dgm:cxn modelId="{BD1FE35B-C6E1-4F1F-B7F9-8B347E0A7392}" type="presOf" srcId="{BB9ACF00-8306-420E-9C25-8AE3F0144665}" destId="{F00C832C-C77C-46F3-A79A-8AB0883B0CA7}" srcOrd="0" destOrd="0" presId="urn:microsoft.com/office/officeart/2018/5/layout/IconCircleLabelList"/>
    <dgm:cxn modelId="{A7F7F8B2-935D-4AB6-86C2-376A50976D31}" srcId="{E7AA8B0A-E7FC-4015-BB7A-4EA98ACCE699}" destId="{BB9ACF00-8306-420E-9C25-8AE3F0144665}" srcOrd="1" destOrd="0" parTransId="{9294CA69-B36C-4B36-A43E-517B9F5EA556}" sibTransId="{4FECCD21-2B58-4335-94D0-C59229A5BF65}"/>
    <dgm:cxn modelId="{CB3DE4D0-CC64-46D7-AD72-74D9339F8AFC}" srcId="{E7AA8B0A-E7FC-4015-BB7A-4EA98ACCE699}" destId="{37B30734-D42D-4C2E-987F-4C49F378BA67}" srcOrd="2" destOrd="0" parTransId="{04340147-ACE6-4D80-A0B0-B60DCFB3375B}" sibTransId="{4B376BD0-5151-4945-AFC9-E2F6B2811168}"/>
    <dgm:cxn modelId="{0E5B58FA-3972-4F21-BE3A-487337E5AF7F}" type="presOf" srcId="{37B30734-D42D-4C2E-987F-4C49F378BA67}" destId="{187140E0-659F-44F8-AF77-E70E566FA51E}" srcOrd="0" destOrd="0" presId="urn:microsoft.com/office/officeart/2018/5/layout/IconCircleLabelList"/>
    <dgm:cxn modelId="{2601D3B3-3645-4747-A906-07E1616F71AA}" type="presParOf" srcId="{A583009D-89F7-4061-A480-6907215DEB72}" destId="{A6ADC5E3-2235-4017-B9E2-7900BC78963E}" srcOrd="0" destOrd="0" presId="urn:microsoft.com/office/officeart/2018/5/layout/IconCircleLabelList"/>
    <dgm:cxn modelId="{C6CABF68-FCCB-465C-AB4C-95DBEAD33B16}" type="presParOf" srcId="{A6ADC5E3-2235-4017-B9E2-7900BC78963E}" destId="{0D263C3F-4881-486E-AE71-25C9C3F78C94}" srcOrd="0" destOrd="0" presId="urn:microsoft.com/office/officeart/2018/5/layout/IconCircleLabelList"/>
    <dgm:cxn modelId="{FDB790BD-1D13-4F78-8977-7297D134D328}" type="presParOf" srcId="{A6ADC5E3-2235-4017-B9E2-7900BC78963E}" destId="{F21C9A27-40BC-4C3F-BD6C-19814ADA81F5}" srcOrd="1" destOrd="0" presId="urn:microsoft.com/office/officeart/2018/5/layout/IconCircleLabelList"/>
    <dgm:cxn modelId="{929EC821-DB31-4476-9610-EEF612415CEE}" type="presParOf" srcId="{A6ADC5E3-2235-4017-B9E2-7900BC78963E}" destId="{9A9C6E39-43F1-478F-9AB5-84D338A543A6}" srcOrd="2" destOrd="0" presId="urn:microsoft.com/office/officeart/2018/5/layout/IconCircleLabelList"/>
    <dgm:cxn modelId="{3A2CAFD3-DA63-412A-AD87-EB71E09DF281}" type="presParOf" srcId="{A6ADC5E3-2235-4017-B9E2-7900BC78963E}" destId="{43629C03-F8DE-4C77-AD41-84C1DE017C87}" srcOrd="3" destOrd="0" presId="urn:microsoft.com/office/officeart/2018/5/layout/IconCircleLabelList"/>
    <dgm:cxn modelId="{50AEBFDA-02C7-437E-9195-158FBFC8B919}" type="presParOf" srcId="{A583009D-89F7-4061-A480-6907215DEB72}" destId="{6E03659A-7D82-4F17-B81B-8AECD93084DF}" srcOrd="1" destOrd="0" presId="urn:microsoft.com/office/officeart/2018/5/layout/IconCircleLabelList"/>
    <dgm:cxn modelId="{C3DE8D1A-FD84-434C-A6B2-408B0C9553C7}" type="presParOf" srcId="{A583009D-89F7-4061-A480-6907215DEB72}" destId="{6B0DD9B1-3F08-4068-9285-9CC5FDDF24AF}" srcOrd="2" destOrd="0" presId="urn:microsoft.com/office/officeart/2018/5/layout/IconCircleLabelList"/>
    <dgm:cxn modelId="{F9F24409-DD80-4910-843A-7AAEB81785BC}" type="presParOf" srcId="{6B0DD9B1-3F08-4068-9285-9CC5FDDF24AF}" destId="{F3D3E326-48AE-4E28-95F7-BB42DF775150}" srcOrd="0" destOrd="0" presId="urn:microsoft.com/office/officeart/2018/5/layout/IconCircleLabelList"/>
    <dgm:cxn modelId="{39EB0D89-E793-410E-ADF2-98F1961FA7E8}" type="presParOf" srcId="{6B0DD9B1-3F08-4068-9285-9CC5FDDF24AF}" destId="{6ED1AA1F-1EB8-4337-A97B-9E66441E719B}" srcOrd="1" destOrd="0" presId="urn:microsoft.com/office/officeart/2018/5/layout/IconCircleLabelList"/>
    <dgm:cxn modelId="{F15A308B-9EC7-4057-B389-9CDDA016D12C}" type="presParOf" srcId="{6B0DD9B1-3F08-4068-9285-9CC5FDDF24AF}" destId="{78BAFC57-17FA-4D00-8D80-68400C77189E}" srcOrd="2" destOrd="0" presId="urn:microsoft.com/office/officeart/2018/5/layout/IconCircleLabelList"/>
    <dgm:cxn modelId="{2E0A240F-1E82-402C-83DE-C5A7E8EBDDD8}" type="presParOf" srcId="{6B0DD9B1-3F08-4068-9285-9CC5FDDF24AF}" destId="{F00C832C-C77C-46F3-A79A-8AB0883B0CA7}" srcOrd="3" destOrd="0" presId="urn:microsoft.com/office/officeart/2018/5/layout/IconCircleLabelList"/>
    <dgm:cxn modelId="{DF3B92C3-B5FF-4CEA-8011-3188658A04E5}" type="presParOf" srcId="{A583009D-89F7-4061-A480-6907215DEB72}" destId="{AC50E534-C82C-444E-9E21-B37D300C1348}" srcOrd="3" destOrd="0" presId="urn:microsoft.com/office/officeart/2018/5/layout/IconCircleLabelList"/>
    <dgm:cxn modelId="{95085A00-ADA9-4C68-B531-D404036D13B1}" type="presParOf" srcId="{A583009D-89F7-4061-A480-6907215DEB72}" destId="{D9B22010-C159-46BD-9145-956E7FCF471F}" srcOrd="4" destOrd="0" presId="urn:microsoft.com/office/officeart/2018/5/layout/IconCircleLabelList"/>
    <dgm:cxn modelId="{4416B5D2-F3A9-4E8B-BF89-EBC28AC24F5F}" type="presParOf" srcId="{D9B22010-C159-46BD-9145-956E7FCF471F}" destId="{6AF941C0-43C5-4789-A091-F59B0D991F59}" srcOrd="0" destOrd="0" presId="urn:microsoft.com/office/officeart/2018/5/layout/IconCircleLabelList"/>
    <dgm:cxn modelId="{67FF9A50-1A98-480E-B25C-08597DCA6A03}" type="presParOf" srcId="{D9B22010-C159-46BD-9145-956E7FCF471F}" destId="{A12C9FFF-924B-4AAF-92F1-B73A565A257B}" srcOrd="1" destOrd="0" presId="urn:microsoft.com/office/officeart/2018/5/layout/IconCircleLabelList"/>
    <dgm:cxn modelId="{7375DC1C-8006-4129-AFB9-7B1BF59A3262}" type="presParOf" srcId="{D9B22010-C159-46BD-9145-956E7FCF471F}" destId="{73817F36-95D6-42D9-AB8D-1D0668BD4803}" srcOrd="2" destOrd="0" presId="urn:microsoft.com/office/officeart/2018/5/layout/IconCircleLabelList"/>
    <dgm:cxn modelId="{A181341D-416A-4969-8379-666C3369703A}" type="presParOf" srcId="{D9B22010-C159-46BD-9145-956E7FCF471F}" destId="{187140E0-659F-44F8-AF77-E70E566FA51E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BB8139-38A8-47B5-8FFA-7DCF80F9CAEF}">
      <dsp:nvSpPr>
        <dsp:cNvPr id="0" name=""/>
        <dsp:cNvSpPr/>
      </dsp:nvSpPr>
      <dsp:spPr>
        <a:xfrm>
          <a:off x="0" y="713840"/>
          <a:ext cx="5000124" cy="95471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Machine Learning is a subset of Artificial Intelligence.</a:t>
          </a:r>
        </a:p>
      </dsp:txBody>
      <dsp:txXfrm>
        <a:off x="46606" y="760446"/>
        <a:ext cx="4906912" cy="861507"/>
      </dsp:txXfrm>
    </dsp:sp>
    <dsp:sp modelId="{CB8C9C6B-2B1F-4B59-8E49-623487207639}">
      <dsp:nvSpPr>
        <dsp:cNvPr id="0" name=""/>
        <dsp:cNvSpPr/>
      </dsp:nvSpPr>
      <dsp:spPr>
        <a:xfrm>
          <a:off x="0" y="1737680"/>
          <a:ext cx="5000124" cy="954719"/>
        </a:xfrm>
        <a:prstGeom prst="roundRect">
          <a:avLst/>
        </a:prstGeom>
        <a:gradFill rotWithShape="0">
          <a:gsLst>
            <a:gs pos="0">
              <a:schemeClr val="accent2">
                <a:hueOff val="1560506"/>
                <a:satOff val="-1946"/>
                <a:lumOff val="45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560506"/>
                <a:satOff val="-1946"/>
                <a:lumOff val="45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It allows systems to learn from data and improve automatically.</a:t>
          </a:r>
        </a:p>
      </dsp:txBody>
      <dsp:txXfrm>
        <a:off x="46606" y="1784286"/>
        <a:ext cx="4906912" cy="861507"/>
      </dsp:txXfrm>
    </dsp:sp>
    <dsp:sp modelId="{658BF8B3-067A-4930-B518-3971D3A06E4C}">
      <dsp:nvSpPr>
        <dsp:cNvPr id="0" name=""/>
        <dsp:cNvSpPr/>
      </dsp:nvSpPr>
      <dsp:spPr>
        <a:xfrm>
          <a:off x="0" y="2761519"/>
          <a:ext cx="5000124" cy="954719"/>
        </a:xfrm>
        <a:prstGeom prst="roundRect">
          <a:avLst/>
        </a:prstGeom>
        <a:gradFill rotWithShape="0">
          <a:gsLst>
            <a:gs pos="0">
              <a:schemeClr val="accent2">
                <a:hueOff val="3121013"/>
                <a:satOff val="-3893"/>
                <a:lumOff val="915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121013"/>
                <a:satOff val="-3893"/>
                <a:lumOff val="915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Supervised Learning uses labeled data for training.</a:t>
          </a:r>
        </a:p>
      </dsp:txBody>
      <dsp:txXfrm>
        <a:off x="46606" y="2808125"/>
        <a:ext cx="4906912" cy="861507"/>
      </dsp:txXfrm>
    </dsp:sp>
    <dsp:sp modelId="{312B9024-A57C-4C3D-883E-4244F50AE08C}">
      <dsp:nvSpPr>
        <dsp:cNvPr id="0" name=""/>
        <dsp:cNvSpPr/>
      </dsp:nvSpPr>
      <dsp:spPr>
        <a:xfrm>
          <a:off x="0" y="3785359"/>
          <a:ext cx="5000124" cy="954719"/>
        </a:xfrm>
        <a:prstGeom prst="roundRec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Support Vector Machine is a powerful supervised learning algorithm.</a:t>
          </a:r>
        </a:p>
      </dsp:txBody>
      <dsp:txXfrm>
        <a:off x="46606" y="3831965"/>
        <a:ext cx="4906912" cy="86150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285CBB-0E72-480B-BCEC-905973E11C6E}">
      <dsp:nvSpPr>
        <dsp:cNvPr id="0" name=""/>
        <dsp:cNvSpPr/>
      </dsp:nvSpPr>
      <dsp:spPr>
        <a:xfrm>
          <a:off x="610" y="1179680"/>
          <a:ext cx="2380430" cy="1428258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SVM is a supervised learning algorithm.</a:t>
          </a:r>
        </a:p>
      </dsp:txBody>
      <dsp:txXfrm>
        <a:off x="610" y="1179680"/>
        <a:ext cx="2380430" cy="1428258"/>
      </dsp:txXfrm>
    </dsp:sp>
    <dsp:sp modelId="{7674F745-A042-452F-91CA-A650CDEC4949}">
      <dsp:nvSpPr>
        <dsp:cNvPr id="0" name=""/>
        <dsp:cNvSpPr/>
      </dsp:nvSpPr>
      <dsp:spPr>
        <a:xfrm>
          <a:off x="2619083" y="1179680"/>
          <a:ext cx="2380430" cy="1428258"/>
        </a:xfrm>
        <a:prstGeom prst="rect">
          <a:avLst/>
        </a:prstGeom>
        <a:gradFill rotWithShape="0">
          <a:gsLst>
            <a:gs pos="0">
              <a:schemeClr val="accent5">
                <a:hueOff val="-3311292"/>
                <a:satOff val="13270"/>
                <a:lumOff val="287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3311292"/>
                <a:satOff val="13270"/>
                <a:lumOff val="287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Used for Classification and Regression tasks.</a:t>
          </a:r>
        </a:p>
      </dsp:txBody>
      <dsp:txXfrm>
        <a:off x="2619083" y="1179680"/>
        <a:ext cx="2380430" cy="1428258"/>
      </dsp:txXfrm>
    </dsp:sp>
    <dsp:sp modelId="{73731CB1-61BF-4734-9E12-27B6B68884F1}">
      <dsp:nvSpPr>
        <dsp:cNvPr id="0" name=""/>
        <dsp:cNvSpPr/>
      </dsp:nvSpPr>
      <dsp:spPr>
        <a:xfrm>
          <a:off x="610" y="2845981"/>
          <a:ext cx="2380430" cy="1428258"/>
        </a:xfrm>
        <a:prstGeom prst="rect">
          <a:avLst/>
        </a:prstGeom>
        <a:gradFill rotWithShape="0">
          <a:gsLst>
            <a:gs pos="0">
              <a:schemeClr val="accent5">
                <a:hueOff val="-6622584"/>
                <a:satOff val="26541"/>
                <a:lumOff val="5752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6622584"/>
                <a:satOff val="26541"/>
                <a:lumOff val="5752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It finds the optimal hyperplane that separates data.</a:t>
          </a:r>
        </a:p>
      </dsp:txBody>
      <dsp:txXfrm>
        <a:off x="610" y="2845981"/>
        <a:ext cx="2380430" cy="1428258"/>
      </dsp:txXfrm>
    </dsp:sp>
    <dsp:sp modelId="{3A85E237-AAA9-4BAE-B28C-BCA98D15171A}">
      <dsp:nvSpPr>
        <dsp:cNvPr id="0" name=""/>
        <dsp:cNvSpPr/>
      </dsp:nvSpPr>
      <dsp:spPr>
        <a:xfrm>
          <a:off x="2619083" y="2845981"/>
          <a:ext cx="2380430" cy="1428258"/>
        </a:xfrm>
        <a:prstGeom prst="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Works effectively in high-dimensional spaces.</a:t>
          </a:r>
        </a:p>
      </dsp:txBody>
      <dsp:txXfrm>
        <a:off x="2619083" y="2845981"/>
        <a:ext cx="2380430" cy="142825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F1135F-A87A-4C3E-9E5D-13789D63DF92}">
      <dsp:nvSpPr>
        <dsp:cNvPr id="0" name=""/>
        <dsp:cNvSpPr/>
      </dsp:nvSpPr>
      <dsp:spPr>
        <a:xfrm>
          <a:off x="341781" y="1130473"/>
          <a:ext cx="1062615" cy="106261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1BB208-7A87-4752-8F5C-CEE3A8423C36}">
      <dsp:nvSpPr>
        <dsp:cNvPr id="0" name=""/>
        <dsp:cNvSpPr/>
      </dsp:nvSpPr>
      <dsp:spPr>
        <a:xfrm>
          <a:off x="568240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D39E7A-386E-4C00-B25A-E348F282B7DD}">
      <dsp:nvSpPr>
        <dsp:cNvPr id="0" name=""/>
        <dsp:cNvSpPr/>
      </dsp:nvSpPr>
      <dsp:spPr>
        <a:xfrm>
          <a:off x="2092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Effective in high dimensional data.</a:t>
          </a:r>
        </a:p>
      </dsp:txBody>
      <dsp:txXfrm>
        <a:off x="2092" y="2524067"/>
        <a:ext cx="1741992" cy="696796"/>
      </dsp:txXfrm>
    </dsp:sp>
    <dsp:sp modelId="{9044E1D8-80C6-4A8F-AFEE-3169080281F7}">
      <dsp:nvSpPr>
        <dsp:cNvPr id="0" name=""/>
        <dsp:cNvSpPr/>
      </dsp:nvSpPr>
      <dsp:spPr>
        <a:xfrm>
          <a:off x="2388621" y="1130473"/>
          <a:ext cx="1062615" cy="106261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81DB95-13A9-4AAD-8F0C-BBF4B6C2907B}">
      <dsp:nvSpPr>
        <dsp:cNvPr id="0" name=""/>
        <dsp:cNvSpPr/>
      </dsp:nvSpPr>
      <dsp:spPr>
        <a:xfrm>
          <a:off x="2615080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0DAD2D-7831-43E8-A40E-F9BE169AB175}">
      <dsp:nvSpPr>
        <dsp:cNvPr id="0" name=""/>
        <dsp:cNvSpPr/>
      </dsp:nvSpPr>
      <dsp:spPr>
        <a:xfrm>
          <a:off x="2048933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Works well when number of features &gt; samples.</a:t>
          </a:r>
        </a:p>
      </dsp:txBody>
      <dsp:txXfrm>
        <a:off x="2048933" y="2524067"/>
        <a:ext cx="1741992" cy="696796"/>
      </dsp:txXfrm>
    </dsp:sp>
    <dsp:sp modelId="{40BF7B63-DC27-4A14-A0EE-FD6A1D659C39}">
      <dsp:nvSpPr>
        <dsp:cNvPr id="0" name=""/>
        <dsp:cNvSpPr/>
      </dsp:nvSpPr>
      <dsp:spPr>
        <a:xfrm>
          <a:off x="4435462" y="1130473"/>
          <a:ext cx="1062615" cy="106261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A4314E-A5F2-42AF-83B0-F79D94737E26}">
      <dsp:nvSpPr>
        <dsp:cNvPr id="0" name=""/>
        <dsp:cNvSpPr/>
      </dsp:nvSpPr>
      <dsp:spPr>
        <a:xfrm>
          <a:off x="4661921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F306B9-E1C8-47D0-A225-2B2AB35B5834}">
      <dsp:nvSpPr>
        <dsp:cNvPr id="0" name=""/>
        <dsp:cNvSpPr/>
      </dsp:nvSpPr>
      <dsp:spPr>
        <a:xfrm>
          <a:off x="4095774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Memory efficient (uses support vectors).</a:t>
          </a:r>
        </a:p>
      </dsp:txBody>
      <dsp:txXfrm>
        <a:off x="4095774" y="2524067"/>
        <a:ext cx="1741992" cy="696796"/>
      </dsp:txXfrm>
    </dsp:sp>
    <dsp:sp modelId="{4962DB12-C72A-4FB5-AC4C-F899F583F621}">
      <dsp:nvSpPr>
        <dsp:cNvPr id="0" name=""/>
        <dsp:cNvSpPr/>
      </dsp:nvSpPr>
      <dsp:spPr>
        <a:xfrm>
          <a:off x="6482303" y="1130473"/>
          <a:ext cx="1062615" cy="106261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A411CF-5B51-45EC-9C5F-26F4FCCFEBD8}">
      <dsp:nvSpPr>
        <dsp:cNvPr id="0" name=""/>
        <dsp:cNvSpPr/>
      </dsp:nvSpPr>
      <dsp:spPr>
        <a:xfrm>
          <a:off x="6708762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6D20D4-7523-4B11-9E0A-559B71E8AB0D}">
      <dsp:nvSpPr>
        <dsp:cNvPr id="0" name=""/>
        <dsp:cNvSpPr/>
      </dsp:nvSpPr>
      <dsp:spPr>
        <a:xfrm>
          <a:off x="6142615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Robust against overfitting.</a:t>
          </a:r>
        </a:p>
      </dsp:txBody>
      <dsp:txXfrm>
        <a:off x="6142615" y="2524067"/>
        <a:ext cx="1741992" cy="69679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9D1FE0-3682-4EAD-9E57-965A96CF483C}">
      <dsp:nvSpPr>
        <dsp:cNvPr id="0" name=""/>
        <dsp:cNvSpPr/>
      </dsp:nvSpPr>
      <dsp:spPr>
        <a:xfrm>
          <a:off x="481140" y="1304654"/>
          <a:ext cx="783896" cy="78389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E53581-B941-46FB-B0B7-E0570E6FA1E7}">
      <dsp:nvSpPr>
        <dsp:cNvPr id="0" name=""/>
        <dsp:cNvSpPr/>
      </dsp:nvSpPr>
      <dsp:spPr>
        <a:xfrm>
          <a:off x="2092" y="2349886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Hyperplane: Decision boundary separating classes.</a:t>
          </a:r>
        </a:p>
      </dsp:txBody>
      <dsp:txXfrm>
        <a:off x="2092" y="2349886"/>
        <a:ext cx="1741992" cy="696796"/>
      </dsp:txXfrm>
    </dsp:sp>
    <dsp:sp modelId="{03FAFE06-97F3-4E5E-87BE-EE3BBACE67C9}">
      <dsp:nvSpPr>
        <dsp:cNvPr id="0" name=""/>
        <dsp:cNvSpPr/>
      </dsp:nvSpPr>
      <dsp:spPr>
        <a:xfrm>
          <a:off x="2527981" y="1304654"/>
          <a:ext cx="783896" cy="78389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3A055F-4DFE-49C9-ABDC-ACF0956D6C44}">
      <dsp:nvSpPr>
        <dsp:cNvPr id="0" name=""/>
        <dsp:cNvSpPr/>
      </dsp:nvSpPr>
      <dsp:spPr>
        <a:xfrm>
          <a:off x="2048933" y="2349886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Margin: Distance between hyperplane and nearest points.</a:t>
          </a:r>
        </a:p>
      </dsp:txBody>
      <dsp:txXfrm>
        <a:off x="2048933" y="2349886"/>
        <a:ext cx="1741992" cy="696796"/>
      </dsp:txXfrm>
    </dsp:sp>
    <dsp:sp modelId="{E2A01681-BAF0-4DB9-BABC-D8DF82B544F7}">
      <dsp:nvSpPr>
        <dsp:cNvPr id="0" name=""/>
        <dsp:cNvSpPr/>
      </dsp:nvSpPr>
      <dsp:spPr>
        <a:xfrm>
          <a:off x="4574822" y="1304654"/>
          <a:ext cx="783896" cy="78389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74CFC8-867A-4007-B09B-20552EE18BF8}">
      <dsp:nvSpPr>
        <dsp:cNvPr id="0" name=""/>
        <dsp:cNvSpPr/>
      </dsp:nvSpPr>
      <dsp:spPr>
        <a:xfrm>
          <a:off x="4095774" y="2349886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Support Vectors: Data points closest to hyperplane.</a:t>
          </a:r>
        </a:p>
      </dsp:txBody>
      <dsp:txXfrm>
        <a:off x="4095774" y="2349886"/>
        <a:ext cx="1741992" cy="696796"/>
      </dsp:txXfrm>
    </dsp:sp>
    <dsp:sp modelId="{CE419423-C06E-4694-8F86-D51559B32F65}">
      <dsp:nvSpPr>
        <dsp:cNvPr id="0" name=""/>
        <dsp:cNvSpPr/>
      </dsp:nvSpPr>
      <dsp:spPr>
        <a:xfrm>
          <a:off x="6621662" y="1304654"/>
          <a:ext cx="783896" cy="78389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B848F4-1EE6-456C-B1FD-B8506F07D69B}">
      <dsp:nvSpPr>
        <dsp:cNvPr id="0" name=""/>
        <dsp:cNvSpPr/>
      </dsp:nvSpPr>
      <dsp:spPr>
        <a:xfrm>
          <a:off x="6142615" y="2349886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Kernel Trick: Used for non-linear classification.</a:t>
          </a:r>
        </a:p>
      </dsp:txBody>
      <dsp:txXfrm>
        <a:off x="6142615" y="2349886"/>
        <a:ext cx="1741992" cy="69679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136C0B-FDC4-4934-B8BD-D83B350801C8}">
      <dsp:nvSpPr>
        <dsp:cNvPr id="0" name=""/>
        <dsp:cNvSpPr/>
      </dsp:nvSpPr>
      <dsp:spPr>
        <a:xfrm>
          <a:off x="341781" y="1130473"/>
          <a:ext cx="1062615" cy="106261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8C1019-91C1-40F8-B8DB-BB9B7335CB59}">
      <dsp:nvSpPr>
        <dsp:cNvPr id="0" name=""/>
        <dsp:cNvSpPr/>
      </dsp:nvSpPr>
      <dsp:spPr>
        <a:xfrm>
          <a:off x="568240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03F793-683D-47D9-B043-8A54AA1D04B2}">
      <dsp:nvSpPr>
        <dsp:cNvPr id="0" name=""/>
        <dsp:cNvSpPr/>
      </dsp:nvSpPr>
      <dsp:spPr>
        <a:xfrm>
          <a:off x="2092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Linear Kernel – Used for linearly separable data.</a:t>
          </a:r>
        </a:p>
      </dsp:txBody>
      <dsp:txXfrm>
        <a:off x="2092" y="2524067"/>
        <a:ext cx="1741992" cy="696796"/>
      </dsp:txXfrm>
    </dsp:sp>
    <dsp:sp modelId="{54ECA95F-44EE-4345-B88D-42AD91260E17}">
      <dsp:nvSpPr>
        <dsp:cNvPr id="0" name=""/>
        <dsp:cNvSpPr/>
      </dsp:nvSpPr>
      <dsp:spPr>
        <a:xfrm>
          <a:off x="2388621" y="1130473"/>
          <a:ext cx="1062615" cy="106261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F4B1D9-C750-48A7-80FD-4DA96B04490C}">
      <dsp:nvSpPr>
        <dsp:cNvPr id="0" name=""/>
        <dsp:cNvSpPr/>
      </dsp:nvSpPr>
      <dsp:spPr>
        <a:xfrm>
          <a:off x="2615080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47CB5D-EF70-4B77-A81C-7767FB375F1D}">
      <dsp:nvSpPr>
        <dsp:cNvPr id="0" name=""/>
        <dsp:cNvSpPr/>
      </dsp:nvSpPr>
      <dsp:spPr>
        <a:xfrm>
          <a:off x="2048933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Polynomial Kernel – Handles curved boundaries.</a:t>
          </a:r>
        </a:p>
      </dsp:txBody>
      <dsp:txXfrm>
        <a:off x="2048933" y="2524067"/>
        <a:ext cx="1741992" cy="696796"/>
      </dsp:txXfrm>
    </dsp:sp>
    <dsp:sp modelId="{CFD9FC9A-6E9F-4546-A3DC-8AD48102A50D}">
      <dsp:nvSpPr>
        <dsp:cNvPr id="0" name=""/>
        <dsp:cNvSpPr/>
      </dsp:nvSpPr>
      <dsp:spPr>
        <a:xfrm>
          <a:off x="4435462" y="1130473"/>
          <a:ext cx="1062615" cy="106261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8F18E0-57C6-46D5-ABDF-A55AB0B48394}">
      <dsp:nvSpPr>
        <dsp:cNvPr id="0" name=""/>
        <dsp:cNvSpPr/>
      </dsp:nvSpPr>
      <dsp:spPr>
        <a:xfrm>
          <a:off x="4661921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23E2E5-26B4-44B5-BF4C-20AD4E5BEDD1}">
      <dsp:nvSpPr>
        <dsp:cNvPr id="0" name=""/>
        <dsp:cNvSpPr/>
      </dsp:nvSpPr>
      <dsp:spPr>
        <a:xfrm>
          <a:off x="4095774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RBF (Radial Basis Function) – Most commonly used.</a:t>
          </a:r>
        </a:p>
      </dsp:txBody>
      <dsp:txXfrm>
        <a:off x="4095774" y="2524067"/>
        <a:ext cx="1741992" cy="696796"/>
      </dsp:txXfrm>
    </dsp:sp>
    <dsp:sp modelId="{29EE8570-8E96-4263-9401-90076B6D49DA}">
      <dsp:nvSpPr>
        <dsp:cNvPr id="0" name=""/>
        <dsp:cNvSpPr/>
      </dsp:nvSpPr>
      <dsp:spPr>
        <a:xfrm>
          <a:off x="6482303" y="1130473"/>
          <a:ext cx="1062615" cy="106261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ED4F45-AEC6-41EA-8B82-A7A39F98C69C}">
      <dsp:nvSpPr>
        <dsp:cNvPr id="0" name=""/>
        <dsp:cNvSpPr/>
      </dsp:nvSpPr>
      <dsp:spPr>
        <a:xfrm>
          <a:off x="6708762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581846-B403-4C4C-A65B-CF39C31F214F}">
      <dsp:nvSpPr>
        <dsp:cNvPr id="0" name=""/>
        <dsp:cNvSpPr/>
      </dsp:nvSpPr>
      <dsp:spPr>
        <a:xfrm>
          <a:off x="6142615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Sigmoid Kernel – Similar to neural networks.</a:t>
          </a:r>
        </a:p>
      </dsp:txBody>
      <dsp:txXfrm>
        <a:off x="6142615" y="2524067"/>
        <a:ext cx="1741992" cy="69679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FBCBCF-E97F-4B0B-B972-121C31289737}">
      <dsp:nvSpPr>
        <dsp:cNvPr id="0" name=""/>
        <dsp:cNvSpPr/>
      </dsp:nvSpPr>
      <dsp:spPr>
        <a:xfrm>
          <a:off x="429570" y="472"/>
          <a:ext cx="3346456" cy="200787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To classify data into categories accurately.</a:t>
          </a:r>
        </a:p>
      </dsp:txBody>
      <dsp:txXfrm>
        <a:off x="429570" y="472"/>
        <a:ext cx="3346456" cy="2007873"/>
      </dsp:txXfrm>
    </dsp:sp>
    <dsp:sp modelId="{8CC6DC36-3A70-4BAA-837B-213B6F885B14}">
      <dsp:nvSpPr>
        <dsp:cNvPr id="0" name=""/>
        <dsp:cNvSpPr/>
      </dsp:nvSpPr>
      <dsp:spPr>
        <a:xfrm>
          <a:off x="4110672" y="472"/>
          <a:ext cx="3346456" cy="2007873"/>
        </a:xfrm>
        <a:prstGeom prst="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Identify optimal decision boundary.</a:t>
          </a:r>
        </a:p>
      </dsp:txBody>
      <dsp:txXfrm>
        <a:off x="4110672" y="472"/>
        <a:ext cx="3346456" cy="2007873"/>
      </dsp:txXfrm>
    </dsp:sp>
    <dsp:sp modelId="{650EC882-11CE-4057-89A9-7BA5B9583A02}">
      <dsp:nvSpPr>
        <dsp:cNvPr id="0" name=""/>
        <dsp:cNvSpPr/>
      </dsp:nvSpPr>
      <dsp:spPr>
        <a:xfrm>
          <a:off x="429570" y="2342991"/>
          <a:ext cx="3346456" cy="2007873"/>
        </a:xfrm>
        <a:prstGeom prst="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Improve prediction accuracy.</a:t>
          </a:r>
        </a:p>
      </dsp:txBody>
      <dsp:txXfrm>
        <a:off x="429570" y="2342991"/>
        <a:ext cx="3346456" cy="2007873"/>
      </dsp:txXfrm>
    </dsp:sp>
    <dsp:sp modelId="{6C8F72C5-958E-4CD2-A40C-B3872D2F1A94}">
      <dsp:nvSpPr>
        <dsp:cNvPr id="0" name=""/>
        <dsp:cNvSpPr/>
      </dsp:nvSpPr>
      <dsp:spPr>
        <a:xfrm>
          <a:off x="4110672" y="2342991"/>
          <a:ext cx="3346456" cy="2007873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Reduce misclassification errors.</a:t>
          </a:r>
        </a:p>
      </dsp:txBody>
      <dsp:txXfrm>
        <a:off x="4110672" y="2342991"/>
        <a:ext cx="3346456" cy="200787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C0BBF9-B41F-49D9-8D06-5B49D4DD629B}">
      <dsp:nvSpPr>
        <dsp:cNvPr id="0" name=""/>
        <dsp:cNvSpPr/>
      </dsp:nvSpPr>
      <dsp:spPr>
        <a:xfrm>
          <a:off x="0" y="100137"/>
          <a:ext cx="5000124" cy="993128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1. Data Collection</a:t>
          </a:r>
        </a:p>
      </dsp:txBody>
      <dsp:txXfrm>
        <a:off x="48481" y="148618"/>
        <a:ext cx="4903162" cy="896166"/>
      </dsp:txXfrm>
    </dsp:sp>
    <dsp:sp modelId="{A6112E0A-F3F3-4B4A-8F79-25D7562DCD33}">
      <dsp:nvSpPr>
        <dsp:cNvPr id="0" name=""/>
        <dsp:cNvSpPr/>
      </dsp:nvSpPr>
      <dsp:spPr>
        <a:xfrm>
          <a:off x="0" y="1165266"/>
          <a:ext cx="5000124" cy="993128"/>
        </a:xfrm>
        <a:prstGeom prst="roundRect">
          <a:avLst/>
        </a:prstGeom>
        <a:gradFill rotWithShape="0">
          <a:gsLst>
            <a:gs pos="0">
              <a:schemeClr val="accent5">
                <a:hueOff val="-2483469"/>
                <a:satOff val="9953"/>
                <a:lumOff val="2157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2483469"/>
                <a:satOff val="9953"/>
                <a:lumOff val="2157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2. Data Preprocessing (Scaling</a:t>
          </a:r>
          <a:r>
            <a:rPr lang="en-IN" sz="2500" kern="1200"/>
            <a:t>)</a:t>
          </a:r>
          <a:endParaRPr lang="en-US" sz="2500" kern="1200"/>
        </a:p>
      </dsp:txBody>
      <dsp:txXfrm>
        <a:off x="48481" y="1213747"/>
        <a:ext cx="4903162" cy="896166"/>
      </dsp:txXfrm>
    </dsp:sp>
    <dsp:sp modelId="{AD7D6BBB-10A9-4C96-9435-F07F6EFB2694}">
      <dsp:nvSpPr>
        <dsp:cNvPr id="0" name=""/>
        <dsp:cNvSpPr/>
      </dsp:nvSpPr>
      <dsp:spPr>
        <a:xfrm>
          <a:off x="0" y="2230395"/>
          <a:ext cx="5000124" cy="993128"/>
        </a:xfrm>
        <a:prstGeom prst="roundRect">
          <a:avLst/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/>
            <a:t>3. Train-Test Split</a:t>
          </a:r>
          <a:endParaRPr lang="en-US" sz="2500" kern="1200"/>
        </a:p>
      </dsp:txBody>
      <dsp:txXfrm>
        <a:off x="48481" y="2278876"/>
        <a:ext cx="4903162" cy="896166"/>
      </dsp:txXfrm>
    </dsp:sp>
    <dsp:sp modelId="{49E9A5EF-C9CF-4E62-8301-DA15AA8473F0}">
      <dsp:nvSpPr>
        <dsp:cNvPr id="0" name=""/>
        <dsp:cNvSpPr/>
      </dsp:nvSpPr>
      <dsp:spPr>
        <a:xfrm>
          <a:off x="0" y="3295524"/>
          <a:ext cx="5000124" cy="993128"/>
        </a:xfrm>
        <a:prstGeom prst="roundRect">
          <a:avLst/>
        </a:prstGeom>
        <a:gradFill rotWithShape="0">
          <a:gsLst>
            <a:gs pos="0">
              <a:schemeClr val="accent5">
                <a:hueOff val="-7450407"/>
                <a:satOff val="29858"/>
                <a:lumOff val="6471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7450407"/>
                <a:satOff val="29858"/>
                <a:lumOff val="6471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4. Model Training using SVC</a:t>
          </a:r>
        </a:p>
      </dsp:txBody>
      <dsp:txXfrm>
        <a:off x="48481" y="3344005"/>
        <a:ext cx="4903162" cy="896166"/>
      </dsp:txXfrm>
    </dsp:sp>
    <dsp:sp modelId="{E705A9A0-1EC9-4669-BE98-17B156C4C790}">
      <dsp:nvSpPr>
        <dsp:cNvPr id="0" name=""/>
        <dsp:cNvSpPr/>
      </dsp:nvSpPr>
      <dsp:spPr>
        <a:xfrm>
          <a:off x="0" y="4360653"/>
          <a:ext cx="5000124" cy="993128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5. Model Evaluation (Accuracy, Confusion Matrix)</a:t>
          </a:r>
        </a:p>
      </dsp:txBody>
      <dsp:txXfrm>
        <a:off x="48481" y="4409134"/>
        <a:ext cx="4903162" cy="89616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375349-DE22-4FED-94E2-25EC25156FEE}">
      <dsp:nvSpPr>
        <dsp:cNvPr id="0" name=""/>
        <dsp:cNvSpPr/>
      </dsp:nvSpPr>
      <dsp:spPr>
        <a:xfrm>
          <a:off x="0" y="0"/>
          <a:ext cx="6309360" cy="95729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Training Accuracy and Testing Accuracy compared.</a:t>
          </a:r>
        </a:p>
      </dsp:txBody>
      <dsp:txXfrm>
        <a:off x="28038" y="28038"/>
        <a:ext cx="5195473" cy="901218"/>
      </dsp:txXfrm>
    </dsp:sp>
    <dsp:sp modelId="{6B138C3A-C080-4B14-BFDA-13624EE6ECF8}">
      <dsp:nvSpPr>
        <dsp:cNvPr id="0" name=""/>
        <dsp:cNvSpPr/>
      </dsp:nvSpPr>
      <dsp:spPr>
        <a:xfrm>
          <a:off x="528408" y="1131347"/>
          <a:ext cx="6309360" cy="957294"/>
        </a:xfrm>
        <a:prstGeom prst="roundRect">
          <a:avLst>
            <a:gd name="adj" fmla="val 10000"/>
          </a:avLst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Kernel comparison analysis performed.</a:t>
          </a:r>
        </a:p>
      </dsp:txBody>
      <dsp:txXfrm>
        <a:off x="556446" y="1159385"/>
        <a:ext cx="5102633" cy="901218"/>
      </dsp:txXfrm>
    </dsp:sp>
    <dsp:sp modelId="{AE61288D-BBE8-4B64-A425-D7C2493348FA}">
      <dsp:nvSpPr>
        <dsp:cNvPr id="0" name=""/>
        <dsp:cNvSpPr/>
      </dsp:nvSpPr>
      <dsp:spPr>
        <a:xfrm>
          <a:off x="1048931" y="2262695"/>
          <a:ext cx="6309360" cy="957294"/>
        </a:xfrm>
        <a:prstGeom prst="roundRect">
          <a:avLst>
            <a:gd name="adj" fmla="val 10000"/>
          </a:avLst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Best kernel selected based on performance.</a:t>
          </a:r>
        </a:p>
      </dsp:txBody>
      <dsp:txXfrm>
        <a:off x="1076969" y="2290733"/>
        <a:ext cx="5110520" cy="901218"/>
      </dsp:txXfrm>
    </dsp:sp>
    <dsp:sp modelId="{AEA8971D-271A-42DA-A1A8-9194B0750C1F}">
      <dsp:nvSpPr>
        <dsp:cNvPr id="0" name=""/>
        <dsp:cNvSpPr/>
      </dsp:nvSpPr>
      <dsp:spPr>
        <a:xfrm>
          <a:off x="1577340" y="3394043"/>
          <a:ext cx="6309360" cy="957294"/>
        </a:xfrm>
        <a:prstGeom prst="roundRect">
          <a:avLst>
            <a:gd name="adj" fmla="val 10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Model shows strong generalization ability.</a:t>
          </a:r>
        </a:p>
      </dsp:txBody>
      <dsp:txXfrm>
        <a:off x="1605378" y="3422081"/>
        <a:ext cx="5102633" cy="901218"/>
      </dsp:txXfrm>
    </dsp:sp>
    <dsp:sp modelId="{40080E2D-5132-4FC3-B07D-C998D4175BFA}">
      <dsp:nvSpPr>
        <dsp:cNvPr id="0" name=""/>
        <dsp:cNvSpPr/>
      </dsp:nvSpPr>
      <dsp:spPr>
        <a:xfrm>
          <a:off x="5687118" y="733200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5827122" y="733200"/>
        <a:ext cx="342233" cy="468236"/>
      </dsp:txXfrm>
    </dsp:sp>
    <dsp:sp modelId="{71D657D0-125A-4872-8C5A-228EDF57C1BE}">
      <dsp:nvSpPr>
        <dsp:cNvPr id="0" name=""/>
        <dsp:cNvSpPr/>
      </dsp:nvSpPr>
      <dsp:spPr>
        <a:xfrm>
          <a:off x="6215527" y="1864548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2512910"/>
            <a:satOff val="-2189"/>
            <a:lumOff val="-3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2512910"/>
              <a:satOff val="-2189"/>
              <a:lumOff val="-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6355531" y="1864548"/>
        <a:ext cx="342233" cy="468236"/>
      </dsp:txXfrm>
    </dsp:sp>
    <dsp:sp modelId="{B59ADD56-0F7C-4E76-987D-0A67031AD134}">
      <dsp:nvSpPr>
        <dsp:cNvPr id="0" name=""/>
        <dsp:cNvSpPr/>
      </dsp:nvSpPr>
      <dsp:spPr>
        <a:xfrm>
          <a:off x="6736049" y="2995896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6876053" y="2995896"/>
        <a:ext cx="342233" cy="46823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0CA9A2-4D9C-4E62-8C2E-FEBADECEDB52}">
      <dsp:nvSpPr>
        <dsp:cNvPr id="0" name=""/>
        <dsp:cNvSpPr/>
      </dsp:nvSpPr>
      <dsp:spPr>
        <a:xfrm>
          <a:off x="0" y="210559"/>
          <a:ext cx="5000124" cy="119340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SVM is a powerful supervised learning algorithm.</a:t>
          </a:r>
        </a:p>
      </dsp:txBody>
      <dsp:txXfrm>
        <a:off x="58257" y="268816"/>
        <a:ext cx="4883610" cy="1076886"/>
      </dsp:txXfrm>
    </dsp:sp>
    <dsp:sp modelId="{75209A08-9687-4A7E-AA59-F5B9B60E98A7}">
      <dsp:nvSpPr>
        <dsp:cNvPr id="0" name=""/>
        <dsp:cNvSpPr/>
      </dsp:nvSpPr>
      <dsp:spPr>
        <a:xfrm>
          <a:off x="0" y="1490359"/>
          <a:ext cx="5000124" cy="1193400"/>
        </a:xfrm>
        <a:prstGeom prst="roundRect">
          <a:avLst/>
        </a:prstGeom>
        <a:gradFill rotWithShape="0">
          <a:gsLst>
            <a:gs pos="0">
              <a:schemeClr val="accent5">
                <a:hueOff val="-3311292"/>
                <a:satOff val="13270"/>
                <a:lumOff val="287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3311292"/>
                <a:satOff val="13270"/>
                <a:lumOff val="287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Works well for classification problems.</a:t>
          </a:r>
        </a:p>
      </dsp:txBody>
      <dsp:txXfrm>
        <a:off x="58257" y="1548616"/>
        <a:ext cx="4883610" cy="1076886"/>
      </dsp:txXfrm>
    </dsp:sp>
    <dsp:sp modelId="{6A488974-79A9-417B-A403-C7405B35CD7E}">
      <dsp:nvSpPr>
        <dsp:cNvPr id="0" name=""/>
        <dsp:cNvSpPr/>
      </dsp:nvSpPr>
      <dsp:spPr>
        <a:xfrm>
          <a:off x="0" y="2770159"/>
          <a:ext cx="5000124" cy="1193400"/>
        </a:xfrm>
        <a:prstGeom prst="roundRect">
          <a:avLst/>
        </a:prstGeom>
        <a:gradFill rotWithShape="0">
          <a:gsLst>
            <a:gs pos="0">
              <a:schemeClr val="accent5">
                <a:hueOff val="-6622584"/>
                <a:satOff val="26541"/>
                <a:lumOff val="5752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6622584"/>
                <a:satOff val="26541"/>
                <a:lumOff val="5752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Kernel trick makes it flexible.</a:t>
          </a:r>
        </a:p>
      </dsp:txBody>
      <dsp:txXfrm>
        <a:off x="58257" y="2828416"/>
        <a:ext cx="4883610" cy="1076886"/>
      </dsp:txXfrm>
    </dsp:sp>
    <dsp:sp modelId="{39639372-9D64-4133-B697-8CEAD0ED2FD1}">
      <dsp:nvSpPr>
        <dsp:cNvPr id="0" name=""/>
        <dsp:cNvSpPr/>
      </dsp:nvSpPr>
      <dsp:spPr>
        <a:xfrm>
          <a:off x="0" y="4049960"/>
          <a:ext cx="5000124" cy="1193400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Provides strong performance with proper tuning.</a:t>
          </a:r>
        </a:p>
      </dsp:txBody>
      <dsp:txXfrm>
        <a:off x="58257" y="4108217"/>
        <a:ext cx="4883610" cy="107688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263C3F-4881-486E-AE71-25C9C3F78C94}">
      <dsp:nvSpPr>
        <dsp:cNvPr id="0" name=""/>
        <dsp:cNvSpPr/>
      </dsp:nvSpPr>
      <dsp:spPr>
        <a:xfrm>
          <a:off x="530099" y="893169"/>
          <a:ext cx="1406812" cy="140681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1C9A27-40BC-4C3F-BD6C-19814ADA81F5}">
      <dsp:nvSpPr>
        <dsp:cNvPr id="0" name=""/>
        <dsp:cNvSpPr/>
      </dsp:nvSpPr>
      <dsp:spPr>
        <a:xfrm>
          <a:off x="829912" y="1192981"/>
          <a:ext cx="807187" cy="807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629C03-F8DE-4C77-AD41-84C1DE017C87}">
      <dsp:nvSpPr>
        <dsp:cNvPr id="0" name=""/>
        <dsp:cNvSpPr/>
      </dsp:nvSpPr>
      <dsp:spPr>
        <a:xfrm>
          <a:off x="80381" y="273816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Thanks to my mentors and learning resources.</a:t>
          </a:r>
        </a:p>
      </dsp:txBody>
      <dsp:txXfrm>
        <a:off x="80381" y="2738169"/>
        <a:ext cx="2306250" cy="720000"/>
      </dsp:txXfrm>
    </dsp:sp>
    <dsp:sp modelId="{F3D3E326-48AE-4E28-95F7-BB42DF775150}">
      <dsp:nvSpPr>
        <dsp:cNvPr id="0" name=""/>
        <dsp:cNvSpPr/>
      </dsp:nvSpPr>
      <dsp:spPr>
        <a:xfrm>
          <a:off x="3239943" y="893169"/>
          <a:ext cx="1406812" cy="140681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D1AA1F-1EB8-4337-A97B-9E66441E719B}">
      <dsp:nvSpPr>
        <dsp:cNvPr id="0" name=""/>
        <dsp:cNvSpPr/>
      </dsp:nvSpPr>
      <dsp:spPr>
        <a:xfrm>
          <a:off x="3539756" y="1192981"/>
          <a:ext cx="807187" cy="807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0C832C-C77C-46F3-A79A-8AB0883B0CA7}">
      <dsp:nvSpPr>
        <dsp:cNvPr id="0" name=""/>
        <dsp:cNvSpPr/>
      </dsp:nvSpPr>
      <dsp:spPr>
        <a:xfrm>
          <a:off x="2790224" y="273816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Special thanks to open-source libraries like Scikit-learn.</a:t>
          </a:r>
        </a:p>
      </dsp:txBody>
      <dsp:txXfrm>
        <a:off x="2790224" y="2738169"/>
        <a:ext cx="2306250" cy="720000"/>
      </dsp:txXfrm>
    </dsp:sp>
    <dsp:sp modelId="{6AF941C0-43C5-4789-A091-F59B0D991F59}">
      <dsp:nvSpPr>
        <dsp:cNvPr id="0" name=""/>
        <dsp:cNvSpPr/>
      </dsp:nvSpPr>
      <dsp:spPr>
        <a:xfrm>
          <a:off x="5949787" y="893169"/>
          <a:ext cx="1406812" cy="140681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2C9FFF-924B-4AAF-92F1-B73A565A257B}">
      <dsp:nvSpPr>
        <dsp:cNvPr id="0" name=""/>
        <dsp:cNvSpPr/>
      </dsp:nvSpPr>
      <dsp:spPr>
        <a:xfrm>
          <a:off x="6249600" y="1192981"/>
          <a:ext cx="807187" cy="807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7140E0-659F-44F8-AF77-E70E566FA51E}">
      <dsp:nvSpPr>
        <dsp:cNvPr id="0" name=""/>
        <dsp:cNvSpPr/>
      </dsp:nvSpPr>
      <dsp:spPr>
        <a:xfrm>
          <a:off x="5500068" y="273816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Project completed as part of Machine Learning learning journey.</a:t>
          </a:r>
        </a:p>
      </dsp:txBody>
      <dsp:txXfrm>
        <a:off x="5500068" y="2738169"/>
        <a:ext cx="23062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F12E7CC5-C78B-4EBD-9565-3FA00FAA6C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Database">
            <a:extLst>
              <a:ext uri="{FF2B5EF4-FFF2-40B4-BE49-F238E27FC236}">
                <a16:creationId xmlns:a16="http://schemas.microsoft.com/office/drawing/2014/main" id="{68001813-40D3-3ED6-33B4-0A8432FFF0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3741" y="2165637"/>
            <a:ext cx="2526726" cy="2526726"/>
          </a:xfrm>
          <a:prstGeom prst="rect">
            <a:avLst/>
          </a:prstGeom>
        </p:spPr>
      </p:pic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4529A5-F675-429F-8044-01372BB134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2494" y="0"/>
            <a:ext cx="5671506" cy="6858000"/>
          </a:xfrm>
          <a:custGeom>
            <a:avLst/>
            <a:gdLst>
              <a:gd name="connsiteX0" fmla="*/ 7529613 w 7529613"/>
              <a:gd name="connsiteY0" fmla="*/ 0 h 6858000"/>
              <a:gd name="connsiteX1" fmla="*/ 1222331 w 7529613"/>
              <a:gd name="connsiteY1" fmla="*/ 0 h 6858000"/>
              <a:gd name="connsiteX2" fmla="*/ 1126483 w 7529613"/>
              <a:gd name="connsiteY2" fmla="*/ 148742 h 6858000"/>
              <a:gd name="connsiteX3" fmla="*/ 767554 w 7529613"/>
              <a:gd name="connsiteY3" fmla="*/ 819975 h 6858000"/>
              <a:gd name="connsiteX4" fmla="*/ 742103 w 7529613"/>
              <a:gd name="connsiteY4" fmla="*/ 854514 h 6858000"/>
              <a:gd name="connsiteX5" fmla="*/ 785881 w 7529613"/>
              <a:gd name="connsiteY5" fmla="*/ 750263 h 6858000"/>
              <a:gd name="connsiteX6" fmla="*/ 978978 w 7529613"/>
              <a:gd name="connsiteY6" fmla="*/ 331786 h 6858000"/>
              <a:gd name="connsiteX7" fmla="*/ 1155717 w 7529613"/>
              <a:gd name="connsiteY7" fmla="*/ 0 h 6858000"/>
              <a:gd name="connsiteX8" fmla="*/ 1098249 w 7529613"/>
              <a:gd name="connsiteY8" fmla="*/ 0 h 6858000"/>
              <a:gd name="connsiteX9" fmla="*/ 991458 w 7529613"/>
              <a:gd name="connsiteY9" fmla="*/ 196614 h 6858000"/>
              <a:gd name="connsiteX10" fmla="*/ 493941 w 7529613"/>
              <a:gd name="connsiteY10" fmla="*/ 1371196 h 6858000"/>
              <a:gd name="connsiteX11" fmla="*/ 46485 w 7529613"/>
              <a:gd name="connsiteY11" fmla="*/ 3331516 h 6858000"/>
              <a:gd name="connsiteX12" fmla="*/ 12252 w 7529613"/>
              <a:gd name="connsiteY12" fmla="*/ 4357388 h 6858000"/>
              <a:gd name="connsiteX13" fmla="*/ 170821 w 7529613"/>
              <a:gd name="connsiteY13" fmla="*/ 5552906 h 6858000"/>
              <a:gd name="connsiteX14" fmla="*/ 537265 w 7529613"/>
              <a:gd name="connsiteY14" fmla="*/ 6828295 h 6858000"/>
              <a:gd name="connsiteX15" fmla="*/ 549692 w 7529613"/>
              <a:gd name="connsiteY15" fmla="*/ 6858000 h 6858000"/>
              <a:gd name="connsiteX16" fmla="*/ 602234 w 7529613"/>
              <a:gd name="connsiteY16" fmla="*/ 6858000 h 6858000"/>
              <a:gd name="connsiteX17" fmla="*/ 595414 w 7529613"/>
              <a:gd name="connsiteY17" fmla="*/ 6841549 h 6858000"/>
              <a:gd name="connsiteX18" fmla="*/ 364260 w 7529613"/>
              <a:gd name="connsiteY18" fmla="*/ 6142729 h 6858000"/>
              <a:gd name="connsiteX19" fmla="*/ 213071 w 7529613"/>
              <a:gd name="connsiteY19" fmla="*/ 5513923 h 6858000"/>
              <a:gd name="connsiteX20" fmla="*/ 211290 w 7529613"/>
              <a:gd name="connsiteY20" fmla="*/ 5480401 h 6858000"/>
              <a:gd name="connsiteX21" fmla="*/ 311446 w 7529613"/>
              <a:gd name="connsiteY21" fmla="*/ 5830359 h 6858000"/>
              <a:gd name="connsiteX22" fmla="*/ 622963 w 7529613"/>
              <a:gd name="connsiteY22" fmla="*/ 6670527 h 6858000"/>
              <a:gd name="connsiteX23" fmla="*/ 710464 w 7529613"/>
              <a:gd name="connsiteY23" fmla="*/ 6858000 h 6858000"/>
              <a:gd name="connsiteX24" fmla="*/ 7529613 w 7529613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529613" h="6858000">
                <a:moveTo>
                  <a:pt x="7529613" y="0"/>
                </a:moveTo>
                <a:lnTo>
                  <a:pt x="1222331" y="0"/>
                </a:lnTo>
                <a:lnTo>
                  <a:pt x="1126483" y="148742"/>
                </a:lnTo>
                <a:cubicBezTo>
                  <a:pt x="995323" y="365513"/>
                  <a:pt x="876174" y="589569"/>
                  <a:pt x="767554" y="819975"/>
                </a:cubicBezTo>
                <a:cubicBezTo>
                  <a:pt x="762210" y="833492"/>
                  <a:pt x="753441" y="845393"/>
                  <a:pt x="742103" y="854514"/>
                </a:cubicBezTo>
                <a:cubicBezTo>
                  <a:pt x="756737" y="819849"/>
                  <a:pt x="770991" y="784928"/>
                  <a:pt x="785881" y="750263"/>
                </a:cubicBezTo>
                <a:cubicBezTo>
                  <a:pt x="846713" y="608712"/>
                  <a:pt x="910948" y="469145"/>
                  <a:pt x="978978" y="331786"/>
                </a:cubicBezTo>
                <a:lnTo>
                  <a:pt x="1155717" y="0"/>
                </a:lnTo>
                <a:lnTo>
                  <a:pt x="1098249" y="0"/>
                </a:lnTo>
                <a:lnTo>
                  <a:pt x="991458" y="196614"/>
                </a:lnTo>
                <a:cubicBezTo>
                  <a:pt x="797017" y="573253"/>
                  <a:pt x="633548" y="966066"/>
                  <a:pt x="493941" y="1371196"/>
                </a:cubicBezTo>
                <a:cubicBezTo>
                  <a:pt x="276630" y="2007265"/>
                  <a:pt x="126659" y="2664286"/>
                  <a:pt x="46485" y="3331516"/>
                </a:cubicBezTo>
                <a:cubicBezTo>
                  <a:pt x="4488" y="3672965"/>
                  <a:pt x="-14219" y="4013908"/>
                  <a:pt x="12252" y="4357388"/>
                </a:cubicBezTo>
                <a:cubicBezTo>
                  <a:pt x="43558" y="4758899"/>
                  <a:pt x="90773" y="5157998"/>
                  <a:pt x="170821" y="5552906"/>
                </a:cubicBezTo>
                <a:cubicBezTo>
                  <a:pt x="259109" y="5988893"/>
                  <a:pt x="378967" y="6414594"/>
                  <a:pt x="537265" y="6828295"/>
                </a:cubicBezTo>
                <a:lnTo>
                  <a:pt x="549692" y="6858000"/>
                </a:lnTo>
                <a:lnTo>
                  <a:pt x="602234" y="6858000"/>
                </a:lnTo>
                <a:lnTo>
                  <a:pt x="595414" y="6841549"/>
                </a:lnTo>
                <a:cubicBezTo>
                  <a:pt x="507884" y="6614016"/>
                  <a:pt x="431296" y="6380817"/>
                  <a:pt x="364260" y="6142729"/>
                </a:cubicBezTo>
                <a:cubicBezTo>
                  <a:pt x="305974" y="5935370"/>
                  <a:pt x="262958" y="5723695"/>
                  <a:pt x="213071" y="5513923"/>
                </a:cubicBezTo>
                <a:cubicBezTo>
                  <a:pt x="211892" y="5502788"/>
                  <a:pt x="211299" y="5491601"/>
                  <a:pt x="211290" y="5480401"/>
                </a:cubicBezTo>
                <a:cubicBezTo>
                  <a:pt x="247814" y="5607635"/>
                  <a:pt x="276958" y="5719759"/>
                  <a:pt x="311446" y="5830359"/>
                </a:cubicBezTo>
                <a:cubicBezTo>
                  <a:pt x="401357" y="6118381"/>
                  <a:pt x="505060" y="6398531"/>
                  <a:pt x="622963" y="6670527"/>
                </a:cubicBezTo>
                <a:lnTo>
                  <a:pt x="710464" y="6858000"/>
                </a:lnTo>
                <a:lnTo>
                  <a:pt x="7529613" y="6858000"/>
                </a:lnTo>
                <a:close/>
              </a:path>
            </a:pathLst>
          </a:custGeom>
          <a:solidFill>
            <a:schemeClr val="accent2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6545" y="762538"/>
            <a:ext cx="4237012" cy="3199862"/>
          </a:xfrm>
        </p:spPr>
        <p:txBody>
          <a:bodyPr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IN" sz="5300">
                <a:solidFill>
                  <a:srgbClr val="FFFFFF"/>
                </a:solidFill>
              </a:rPr>
              <a:t>Support Vector Machine (SVM)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16545" y="4312561"/>
            <a:ext cx="4237012" cy="1687815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700">
                <a:solidFill>
                  <a:srgbClr val="FFFFFF"/>
                </a:solidFill>
              </a:rPr>
              <a:t>Complete Overview, Analysis &amp; Implementation</a:t>
            </a:r>
          </a:p>
          <a:p>
            <a:pPr algn="l">
              <a:lnSpc>
                <a:spcPct val="90000"/>
              </a:lnSpc>
            </a:pPr>
            <a:r>
              <a:rPr lang="en-US" sz="2700">
                <a:solidFill>
                  <a:srgbClr val="FFFFFF"/>
                </a:solidFill>
              </a:rPr>
              <a:t>Prepared by Chirag Jangid</a:t>
            </a:r>
          </a:p>
        </p:txBody>
      </p:sp>
      <p:sp>
        <p:nvSpPr>
          <p:cNvPr id="26" name="sketch line">
            <a:extLst>
              <a:ext uri="{FF2B5EF4-FFF2-40B4-BE49-F238E27FC236}">
                <a16:creationId xmlns:a16="http://schemas.microsoft.com/office/drawing/2014/main" id="{63DAB858-5A0C-4AFF-AAC6-705EDF8DB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8261" y="4043302"/>
            <a:ext cx="3977640" cy="18288"/>
          </a:xfrm>
          <a:custGeom>
            <a:avLst/>
            <a:gdLst>
              <a:gd name="csX0" fmla="*/ 0 w 3977640"/>
              <a:gd name="csY0" fmla="*/ 0 h 18288"/>
              <a:gd name="csX1" fmla="*/ 742493 w 3977640"/>
              <a:gd name="csY1" fmla="*/ 0 h 18288"/>
              <a:gd name="csX2" fmla="*/ 1445209 w 3977640"/>
              <a:gd name="csY2" fmla="*/ 0 h 18288"/>
              <a:gd name="csX3" fmla="*/ 2147926 w 3977640"/>
              <a:gd name="csY3" fmla="*/ 0 h 18288"/>
              <a:gd name="csX4" fmla="*/ 2691536 w 3977640"/>
              <a:gd name="csY4" fmla="*/ 0 h 18288"/>
              <a:gd name="csX5" fmla="*/ 3274924 w 3977640"/>
              <a:gd name="csY5" fmla="*/ 0 h 18288"/>
              <a:gd name="csX6" fmla="*/ 3977640 w 3977640"/>
              <a:gd name="csY6" fmla="*/ 0 h 18288"/>
              <a:gd name="csX7" fmla="*/ 3977640 w 3977640"/>
              <a:gd name="csY7" fmla="*/ 18288 h 18288"/>
              <a:gd name="csX8" fmla="*/ 3314700 w 3977640"/>
              <a:gd name="csY8" fmla="*/ 18288 h 18288"/>
              <a:gd name="csX9" fmla="*/ 2771089 w 3977640"/>
              <a:gd name="csY9" fmla="*/ 18288 h 18288"/>
              <a:gd name="csX10" fmla="*/ 2227478 w 3977640"/>
              <a:gd name="csY10" fmla="*/ 18288 h 18288"/>
              <a:gd name="csX11" fmla="*/ 1524762 w 3977640"/>
              <a:gd name="csY11" fmla="*/ 18288 h 18288"/>
              <a:gd name="csX12" fmla="*/ 941375 w 3977640"/>
              <a:gd name="csY12" fmla="*/ 18288 h 18288"/>
              <a:gd name="csX13" fmla="*/ 0 w 3977640"/>
              <a:gd name="csY13" fmla="*/ 18288 h 18288"/>
              <a:gd name="csX14" fmla="*/ 0 w 3977640"/>
              <a:gd name="csY1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977640" h="18288" fill="none" extrusionOk="0">
                <a:moveTo>
                  <a:pt x="0" y="0"/>
                </a:moveTo>
                <a:cubicBezTo>
                  <a:pt x="362724" y="-2785"/>
                  <a:pt x="438784" y="-35866"/>
                  <a:pt x="742493" y="0"/>
                </a:cubicBezTo>
                <a:cubicBezTo>
                  <a:pt x="1046202" y="35866"/>
                  <a:pt x="1214361" y="6330"/>
                  <a:pt x="1445209" y="0"/>
                </a:cubicBezTo>
                <a:cubicBezTo>
                  <a:pt x="1676057" y="-6330"/>
                  <a:pt x="1906372" y="-3266"/>
                  <a:pt x="2147926" y="0"/>
                </a:cubicBezTo>
                <a:cubicBezTo>
                  <a:pt x="2389480" y="3266"/>
                  <a:pt x="2520714" y="16824"/>
                  <a:pt x="2691536" y="0"/>
                </a:cubicBezTo>
                <a:cubicBezTo>
                  <a:pt x="2862358" y="-16824"/>
                  <a:pt x="3036508" y="-14038"/>
                  <a:pt x="3274924" y="0"/>
                </a:cubicBezTo>
                <a:cubicBezTo>
                  <a:pt x="3513340" y="14038"/>
                  <a:pt x="3634141" y="-18809"/>
                  <a:pt x="3977640" y="0"/>
                </a:cubicBezTo>
                <a:cubicBezTo>
                  <a:pt x="3977140" y="8855"/>
                  <a:pt x="3977749" y="14521"/>
                  <a:pt x="3977640" y="18288"/>
                </a:cubicBezTo>
                <a:cubicBezTo>
                  <a:pt x="3757007" y="32029"/>
                  <a:pt x="3469003" y="-5112"/>
                  <a:pt x="3314700" y="18288"/>
                </a:cubicBezTo>
                <a:cubicBezTo>
                  <a:pt x="3160397" y="41688"/>
                  <a:pt x="2914663" y="19512"/>
                  <a:pt x="2771089" y="18288"/>
                </a:cubicBezTo>
                <a:cubicBezTo>
                  <a:pt x="2627515" y="17064"/>
                  <a:pt x="2417576" y="42034"/>
                  <a:pt x="2227478" y="18288"/>
                </a:cubicBezTo>
                <a:cubicBezTo>
                  <a:pt x="2037380" y="-5458"/>
                  <a:pt x="1775246" y="-2032"/>
                  <a:pt x="1524762" y="18288"/>
                </a:cubicBezTo>
                <a:cubicBezTo>
                  <a:pt x="1274278" y="38608"/>
                  <a:pt x="1225405" y="46940"/>
                  <a:pt x="941375" y="18288"/>
                </a:cubicBezTo>
                <a:cubicBezTo>
                  <a:pt x="657345" y="-10364"/>
                  <a:pt x="468340" y="57851"/>
                  <a:pt x="0" y="18288"/>
                </a:cubicBezTo>
                <a:cubicBezTo>
                  <a:pt x="683" y="12014"/>
                  <a:pt x="724" y="5908"/>
                  <a:pt x="0" y="0"/>
                </a:cubicBezTo>
                <a:close/>
              </a:path>
              <a:path w="3977640" h="18288" stroke="0" extrusionOk="0">
                <a:moveTo>
                  <a:pt x="0" y="0"/>
                </a:moveTo>
                <a:cubicBezTo>
                  <a:pt x="167643" y="7540"/>
                  <a:pt x="416663" y="12011"/>
                  <a:pt x="623164" y="0"/>
                </a:cubicBezTo>
                <a:cubicBezTo>
                  <a:pt x="829665" y="-12011"/>
                  <a:pt x="908844" y="7531"/>
                  <a:pt x="1166774" y="0"/>
                </a:cubicBezTo>
                <a:cubicBezTo>
                  <a:pt x="1424704" y="-7531"/>
                  <a:pt x="1745729" y="22552"/>
                  <a:pt x="1909267" y="0"/>
                </a:cubicBezTo>
                <a:cubicBezTo>
                  <a:pt x="2072805" y="-22552"/>
                  <a:pt x="2313264" y="2550"/>
                  <a:pt x="2532431" y="0"/>
                </a:cubicBezTo>
                <a:cubicBezTo>
                  <a:pt x="2751598" y="-2550"/>
                  <a:pt x="2914229" y="-1772"/>
                  <a:pt x="3155594" y="0"/>
                </a:cubicBezTo>
                <a:cubicBezTo>
                  <a:pt x="3396959" y="1772"/>
                  <a:pt x="3603015" y="-38331"/>
                  <a:pt x="3977640" y="0"/>
                </a:cubicBezTo>
                <a:cubicBezTo>
                  <a:pt x="3976742" y="7180"/>
                  <a:pt x="3977809" y="13790"/>
                  <a:pt x="3977640" y="18288"/>
                </a:cubicBezTo>
                <a:cubicBezTo>
                  <a:pt x="3733612" y="44026"/>
                  <a:pt x="3504694" y="34704"/>
                  <a:pt x="3314700" y="18288"/>
                </a:cubicBezTo>
                <a:cubicBezTo>
                  <a:pt x="3124706" y="1872"/>
                  <a:pt x="2970848" y="41228"/>
                  <a:pt x="2771089" y="18288"/>
                </a:cubicBezTo>
                <a:cubicBezTo>
                  <a:pt x="2571330" y="-4652"/>
                  <a:pt x="2374617" y="32581"/>
                  <a:pt x="2108149" y="18288"/>
                </a:cubicBezTo>
                <a:cubicBezTo>
                  <a:pt x="1841681" y="3995"/>
                  <a:pt x="1730147" y="-7187"/>
                  <a:pt x="1445209" y="18288"/>
                </a:cubicBezTo>
                <a:cubicBezTo>
                  <a:pt x="1160271" y="43763"/>
                  <a:pt x="1128446" y="30981"/>
                  <a:pt x="822046" y="18288"/>
                </a:cubicBezTo>
                <a:cubicBezTo>
                  <a:pt x="515646" y="5595"/>
                  <a:pt x="401539" y="48208"/>
                  <a:pt x="0" y="18288"/>
                </a:cubicBezTo>
                <a:cubicBezTo>
                  <a:pt x="571" y="10093"/>
                  <a:pt x="-125" y="8407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IN" sz="3200">
                <a:solidFill>
                  <a:srgbClr val="FFFFFF"/>
                </a:solidFill>
              </a:rPr>
              <a:t>Introduction to Machine Learning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5B0F96E5-4780-1F19-087A-F49775B35A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4622579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3200">
                <a:solidFill>
                  <a:srgbClr val="FFFFFF"/>
                </a:solidFill>
              </a:rPr>
              <a:t>What is Support Vector Machine (SVM)?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059668E-9AD3-4130-356F-DAF2B18DC2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3668241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Why Do We Use SVM?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BF0B098-3B33-7257-20DF-16EDEB7E01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0021222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Core Concepts of SVM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B041D8B-ED5D-EB88-B374-995A5169FE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2319858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nl-NL">
                <a:solidFill>
                  <a:srgbClr val="FFFFFF"/>
                </a:solidFill>
              </a:rPr>
              <a:t>Types of Kernels in SVM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4AE285C1-FDDB-FCB2-55A7-E9060AB7F2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3263246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E952FFA-5681-1957-9DE0-F2E50228FB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5034602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IN" sz="2500">
                <a:solidFill>
                  <a:srgbClr val="FFFFFF"/>
                </a:solidFill>
              </a:rPr>
              <a:t>SVM Implementation Steps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EB40311-829B-40CC-4563-D32D37F241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6260632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E42C8E0-6B40-FD9B-DF80-88ABDDE7D5E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10999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t>Analysis &amp; Outcomes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470DB69-D75D-82E4-5B2F-89D0D8226E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2990572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IN" sz="3500">
                <a:solidFill>
                  <a:srgbClr val="FFFFFF"/>
                </a:solidFill>
              </a:rPr>
              <a:t>Advantages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1700"/>
              <a:t>     Advantages:</a:t>
            </a:r>
          </a:p>
          <a:p>
            <a:pPr marL="457200" lvl="1" indent="0">
              <a:buNone/>
            </a:pPr>
            <a:r>
              <a:rPr lang="en-IN" sz="1700"/>
              <a:t>• High accuracy</a:t>
            </a:r>
          </a:p>
          <a:p>
            <a:pPr marL="457200" lvl="1" indent="0">
              <a:buNone/>
            </a:pPr>
            <a:r>
              <a:rPr lang="en-IN" sz="1700"/>
              <a:t>• Effective in high dimensions</a:t>
            </a:r>
          </a:p>
          <a:p>
            <a:pPr marL="457200" lvl="1" indent="0">
              <a:buNone/>
            </a:pPr>
            <a:endParaRPr lang="en-IN" sz="1700"/>
          </a:p>
          <a:p>
            <a:pPr marL="457200" lvl="1" indent="0">
              <a:buNone/>
            </a:pPr>
            <a:r>
              <a:rPr lang="en-IN" sz="1700"/>
              <a:t>Limitations:</a:t>
            </a:r>
          </a:p>
          <a:p>
            <a:pPr marL="457200" lvl="1" indent="0">
              <a:buNone/>
            </a:pPr>
            <a:r>
              <a:rPr lang="en-IN" sz="1700"/>
              <a:t>• Computationally expensive</a:t>
            </a:r>
          </a:p>
          <a:p>
            <a:pPr marL="457200" lvl="1" indent="0">
              <a:buNone/>
            </a:pPr>
            <a:r>
              <a:rPr lang="en-IN" sz="1700"/>
              <a:t>• Hard to tune parameters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IN" sz="3500">
                <a:solidFill>
                  <a:srgbClr val="FFFFFF"/>
                </a:solidFill>
              </a:rPr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8349FC5-2BBE-AB73-8EEA-D58D0D15A7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3588676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Acknowledgement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1EF2A3C-234F-9491-191D-6D2AB0C757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6207390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367</Words>
  <Application>Microsoft Office PowerPoint</Application>
  <PresentationFormat>On-screen Show (4:3)</PresentationFormat>
  <Paragraphs>61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Support Vector Machine (SVM)</vt:lpstr>
      <vt:lpstr>Introduction to Machine Learning</vt:lpstr>
      <vt:lpstr>What is Support Vector Machine (SVM)?</vt:lpstr>
      <vt:lpstr>Why Do We Use SVM?</vt:lpstr>
      <vt:lpstr>Core Concepts of SVM</vt:lpstr>
      <vt:lpstr>Types of Kernels in SVM</vt:lpstr>
      <vt:lpstr>Problem Statement</vt:lpstr>
      <vt:lpstr>SVM Implementation Steps</vt:lpstr>
      <vt:lpstr>Analysis &amp; Outcomes</vt:lpstr>
      <vt:lpstr>Advantages &amp; Limitations</vt:lpstr>
      <vt:lpstr>Conclusion</vt:lpstr>
      <vt:lpstr>Acknowledgement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QSK1184</cp:lastModifiedBy>
  <cp:revision>3</cp:revision>
  <dcterms:created xsi:type="dcterms:W3CDTF">2013-01-27T09:14:16Z</dcterms:created>
  <dcterms:modified xsi:type="dcterms:W3CDTF">2026-02-13T07:36:41Z</dcterms:modified>
  <cp:category/>
</cp:coreProperties>
</file>